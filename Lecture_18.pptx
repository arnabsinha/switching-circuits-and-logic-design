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  <p:sldId id="264" r:id="rId59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8000" y="30412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800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412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6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4480" cy="3960"/>
          </a:xfrm>
          <a:custGeom>
            <a:avLst/>
            <a:gdLst>
              <a:gd name="textAreaLeft" fmla="*/ 0 w 6234480"/>
              <a:gd name="textAreaRight" fmla="*/ 6237720 w 623448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3960" cy="484200"/>
          </a:xfrm>
          <a:custGeom>
            <a:avLst/>
            <a:gdLst>
              <a:gd name="textAreaLeft" fmla="*/ 0 w 3960"/>
              <a:gd name="textAreaRight" fmla="*/ 7200 w 3960"/>
              <a:gd name="textAreaTop" fmla="*/ 0 h 484200"/>
              <a:gd name="textAreaBottom" fmla="*/ 487440 h 4842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59200" cy="3960"/>
          </a:xfrm>
          <a:custGeom>
            <a:avLst/>
            <a:gdLst>
              <a:gd name="textAreaLeft" fmla="*/ 0 w 7459200"/>
              <a:gd name="textAreaRight" fmla="*/ 7462440 w 745920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480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8360" y="304200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14600" cy="14760"/>
          </a:xfrm>
          <a:custGeom>
            <a:avLst/>
            <a:gdLst>
              <a:gd name="textAreaLeft" fmla="*/ 0 w 6114600"/>
              <a:gd name="textAreaRight" fmla="*/ 6117840 w 6114600"/>
              <a:gd name="textAreaTop" fmla="*/ 0 h 14760"/>
              <a:gd name="textAreaBottom" fmla="*/ 18000 h 147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68560" cy="3960"/>
          </a:xfrm>
          <a:custGeom>
            <a:avLst/>
            <a:gdLst>
              <a:gd name="textAreaLeft" fmla="*/ 0 w 5668560"/>
              <a:gd name="textAreaRight" fmla="*/ 5671800 w 56685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3960" cy="489960"/>
          </a:xfrm>
          <a:custGeom>
            <a:avLst/>
            <a:gdLst>
              <a:gd name="textAreaLeft" fmla="*/ 0 w 3960"/>
              <a:gd name="textAreaRight" fmla="*/ 7200 w 3960"/>
              <a:gd name="textAreaTop" fmla="*/ 0 h 489960"/>
              <a:gd name="textAreaBottom" fmla="*/ 493200 h 4899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7360" cy="3960"/>
          </a:xfrm>
          <a:custGeom>
            <a:avLst/>
            <a:gdLst>
              <a:gd name="textAreaLeft" fmla="*/ 0 w 3717360"/>
              <a:gd name="textAreaRight" fmla="*/ 3720600 w 3717360"/>
              <a:gd name="textAreaTop" fmla="*/ 0 h 3960"/>
              <a:gd name="textAreaBottom" fmla="*/ 7200 h 39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3960" cy="346320"/>
          </a:xfrm>
          <a:custGeom>
            <a:avLst/>
            <a:gdLst>
              <a:gd name="textAreaLeft" fmla="*/ 0 w 3960"/>
              <a:gd name="textAreaRight" fmla="*/ 7200 w 3960"/>
              <a:gd name="textAreaTop" fmla="*/ 0 h 346320"/>
              <a:gd name="textAreaBottom" fmla="*/ 349560 h 3463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7560" cy="3696840"/>
          </a:xfrm>
          <a:custGeom>
            <a:avLst/>
            <a:gdLst>
              <a:gd name="textAreaLeft" fmla="*/ 0 w 7560"/>
              <a:gd name="textAreaRight" fmla="*/ 10800 w 7560"/>
              <a:gd name="textAreaTop" fmla="*/ 0 h 3696840"/>
              <a:gd name="textAreaBottom" fmla="*/ 3700080 h 36968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8360" y="1325880"/>
            <a:ext cx="442332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42000"/>
            <a:ext cx="9064800" cy="15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93160" cy="65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2422080" y="3198960"/>
            <a:ext cx="500112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16 : Combinational Circuit  - Multiplexer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What is Multiplexer ? 2 x 1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What is Multiplexer ? 4 x 1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Design F = A XNOR B XOR C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Design F = Sigma (1,2,3,6,7)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What is the function 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4266000" y="1600200"/>
            <a:ext cx="1371240" cy="2057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4 x 1 MUX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3123000" y="1828800"/>
            <a:ext cx="1143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 flipV="1">
            <a:off x="3351600" y="1828800"/>
            <a:ext cx="36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3351600" y="2057400"/>
            <a:ext cx="914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3123360" y="2837160"/>
            <a:ext cx="1143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 flipV="1">
            <a:off x="3351960" y="2837160"/>
            <a:ext cx="36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3351960" y="3065760"/>
            <a:ext cx="914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 flipV="1">
            <a:off x="4723200" y="3657600"/>
            <a:ext cx="36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 flipV="1">
            <a:off x="5191200" y="3657960"/>
            <a:ext cx="36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2737800" y="1684800"/>
            <a:ext cx="344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2738160" y="2692800"/>
            <a:ext cx="395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4566600" y="38988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5034960" y="38988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 flipH="1">
            <a:off x="5637600" y="1828800"/>
            <a:ext cx="45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6215400" y="16488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What is the function 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5922000" y="1600200"/>
            <a:ext cx="1371240" cy="2057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4 x 1 MUX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 flipV="1">
            <a:off x="6379200" y="3657600"/>
            <a:ext cx="36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 flipV="1">
            <a:off x="6847200" y="3657960"/>
            <a:ext cx="36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6222600" y="38988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6690960" y="38988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 flipH="1">
            <a:off x="7293600" y="1828800"/>
            <a:ext cx="45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7871400" y="16488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1452600" y="1828800"/>
            <a:ext cx="45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1909800" y="1600200"/>
            <a:ext cx="68544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2595600" y="1828800"/>
            <a:ext cx="685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3313800" y="1600200"/>
            <a:ext cx="68544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3999600" y="1828800"/>
            <a:ext cx="19224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3052800" y="1828800"/>
            <a:ext cx="36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3052800" y="2286000"/>
            <a:ext cx="2869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3052800" y="2297160"/>
            <a:ext cx="36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3052800" y="2754360"/>
            <a:ext cx="2869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1681200" y="1828800"/>
            <a:ext cx="360" cy="1371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1681200" y="3200400"/>
            <a:ext cx="4240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1143000" y="16488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Implement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96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Use a 4 x 1 MUX to implement F(A,B,C) = 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Σ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Times New Roman"/>
              </a:rPr>
              <a:t>m(1,2,4,7)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1" name=""/>
          <p:cNvGraphicFramePr/>
          <p:nvPr/>
        </p:nvGraphicFramePr>
        <p:xfrm>
          <a:off x="414720" y="2362680"/>
          <a:ext cx="5075280" cy="3116520"/>
        </p:xfrm>
        <a:graphic>
          <a:graphicData uri="http://schemas.openxmlformats.org/drawingml/2006/table">
            <a:tbl>
              <a:tblPr/>
              <a:tblGrid>
                <a:gridCol w="1268640"/>
                <a:gridCol w="1268640"/>
                <a:gridCol w="1268640"/>
                <a:gridCol w="126972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2800" cy="64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Implement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4800" cy="96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Use a multiplexer to implement the logic function F = A XOR B XOR 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2025-10-27T15:37:49Z</dcterms:modified>
  <cp:revision>20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