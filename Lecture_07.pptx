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4"/>
    <p:sldMasterId id="2147483697" r:id="rId5"/>
    <p:sldMasterId id="2147483698" r:id="rId6"/>
    <p:sldMasterId id="214748369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9AD2FD-5DCC-4CEF-BF5B-EE73845AAF0F}">
  <a:tblStyle styleId="{F29AD2FD-5DCC-4CEF-BF5B-EE73845AAF0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4" name="Google Shape;184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5" name="Google Shape;185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2721600" y="3200400"/>
            <a:ext cx="45014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7 : Logic Gates &amp; Boolean Algebra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Things to cover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 txBox="1"/>
          <p:nvPr/>
        </p:nvSpPr>
        <p:spPr>
          <a:xfrm>
            <a:off x="504000" y="914400"/>
            <a:ext cx="9071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LOGIC GATES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Basic Gates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Universal Gates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XOR, XNOR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Book : Fundamentals of Digital Circuits, A. Anand Kumar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Prove the following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5"/>
          <p:cNvSpPr txBox="1"/>
          <p:nvPr/>
        </p:nvSpPr>
        <p:spPr>
          <a:xfrm>
            <a:off x="1371600" y="1839600"/>
            <a:ext cx="2478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+ B = AB + A’B + AB’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5"/>
          <p:cNvSpPr txBox="1"/>
          <p:nvPr/>
        </p:nvSpPr>
        <p:spPr>
          <a:xfrm>
            <a:off x="1371600" y="1299600"/>
            <a:ext cx="2421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+ BC = (A+B).(A+C)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Prove the following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6"/>
          <p:cNvSpPr txBox="1"/>
          <p:nvPr/>
        </p:nvSpPr>
        <p:spPr>
          <a:xfrm>
            <a:off x="1371600" y="1299600"/>
            <a:ext cx="2421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+ BC = (A+B).(A+C)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6"/>
          <p:cNvSpPr txBox="1"/>
          <p:nvPr/>
        </p:nvSpPr>
        <p:spPr>
          <a:xfrm>
            <a:off x="1828800" y="2057400"/>
            <a:ext cx="6227280" cy="23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(A+B).(A+C)	= AA + AC + BA + BC		//Distributive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 + AC + BA + BC		//Idempotence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A.1 + AC + BA + BC		//Identity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A(1+C) + BA + BC		//Distributive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A.1 + BA + BC			//Dominance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A.1 + AB + BC			//Commutative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 (1+B) + BC			//Distributive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A.1 + BC				//Dominance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= A + BC					//Identity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56"/>
          <p:cNvCxnSpPr/>
          <p:nvPr/>
        </p:nvCxnSpPr>
        <p:spPr>
          <a:xfrm>
            <a:off x="4114800" y="1515600"/>
            <a:ext cx="16002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56"/>
          <p:cNvSpPr txBox="1"/>
          <p:nvPr/>
        </p:nvSpPr>
        <p:spPr>
          <a:xfrm>
            <a:off x="5943600" y="1371600"/>
            <a:ext cx="30139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Dual of first Distributive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7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Prove the following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7"/>
          <p:cNvSpPr txBox="1"/>
          <p:nvPr/>
        </p:nvSpPr>
        <p:spPr>
          <a:xfrm>
            <a:off x="1371600" y="1371600"/>
            <a:ext cx="2478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 + B = AB + A’B + AB’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7"/>
          <p:cNvSpPr txBox="1"/>
          <p:nvPr/>
        </p:nvSpPr>
        <p:spPr>
          <a:xfrm>
            <a:off x="1924200" y="2057400"/>
            <a:ext cx="6125040" cy="21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AB + A’B + AB’ 	= BA + BA’ + AB’	// Commutative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= B(A + A’) + AB’	// Distributive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= B.1 + AB’ 		// Complementary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= B + AB’ 		// Idempotent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= (B+A).(B+B’)	// Distributive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= (B+A).1		// Complementary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= B+A			// Idempotent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		= A+B			// Commutative Law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8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Basic Gates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58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58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p58"/>
          <p:cNvGrpSpPr/>
          <p:nvPr/>
        </p:nvGrpSpPr>
        <p:grpSpPr>
          <a:xfrm>
            <a:off x="2055960" y="1215000"/>
            <a:ext cx="1386000" cy="686160"/>
            <a:chOff x="2055960" y="1215000"/>
            <a:chExt cx="1386000" cy="686160"/>
          </a:xfrm>
        </p:grpSpPr>
        <p:cxnSp>
          <p:nvCxnSpPr>
            <p:cNvPr id="283" name="Google Shape;283;p58"/>
            <p:cNvCxnSpPr/>
            <p:nvPr/>
          </p:nvCxnSpPr>
          <p:spPr>
            <a:xfrm>
              <a:off x="2057400" y="121500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58"/>
            <p:cNvCxnSpPr/>
            <p:nvPr/>
          </p:nvCxnSpPr>
          <p:spPr>
            <a:xfrm>
              <a:off x="2055960" y="1227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p58"/>
            <p:cNvCxnSpPr/>
            <p:nvPr/>
          </p:nvCxnSpPr>
          <p:spPr>
            <a:xfrm>
              <a:off x="2056320" y="1875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" name="Google Shape;286;p58"/>
            <p:cNvSpPr/>
            <p:nvPr/>
          </p:nvSpPr>
          <p:spPr>
            <a:xfrm>
              <a:off x="2755800" y="121500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87" name="Google Shape;287;p58"/>
          <p:cNvCxnSpPr/>
          <p:nvPr/>
        </p:nvCxnSpPr>
        <p:spPr>
          <a:xfrm>
            <a:off x="3063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58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8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8"/>
          <p:cNvSpPr txBox="1"/>
          <p:nvPr/>
        </p:nvSpPr>
        <p:spPr>
          <a:xfrm>
            <a:off x="3855600" y="1412280"/>
            <a:ext cx="950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A.B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58"/>
          <p:cNvCxnSpPr/>
          <p:nvPr/>
        </p:nvCxnSpPr>
        <p:spPr>
          <a:xfrm>
            <a:off x="1371600" y="259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58"/>
          <p:cNvCxnSpPr/>
          <p:nvPr/>
        </p:nvCxnSpPr>
        <p:spPr>
          <a:xfrm>
            <a:off x="1371960" y="299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58"/>
          <p:cNvCxnSpPr/>
          <p:nvPr/>
        </p:nvCxnSpPr>
        <p:spPr>
          <a:xfrm>
            <a:off x="2883960" y="281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58"/>
          <p:cNvSpPr txBox="1"/>
          <p:nvPr/>
        </p:nvSpPr>
        <p:spPr>
          <a:xfrm>
            <a:off x="1047600" y="2420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8"/>
          <p:cNvSpPr txBox="1"/>
          <p:nvPr/>
        </p:nvSpPr>
        <p:spPr>
          <a:xfrm>
            <a:off x="1047600" y="281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8"/>
          <p:cNvSpPr txBox="1"/>
          <p:nvPr/>
        </p:nvSpPr>
        <p:spPr>
          <a:xfrm>
            <a:off x="3783600" y="2636280"/>
            <a:ext cx="10206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A+B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58"/>
          <p:cNvGrpSpPr/>
          <p:nvPr/>
        </p:nvGrpSpPr>
        <p:grpSpPr>
          <a:xfrm>
            <a:off x="1889640" y="2347200"/>
            <a:ext cx="980280" cy="925200"/>
            <a:chOff x="1889640" y="2347200"/>
            <a:chExt cx="980280" cy="925200"/>
          </a:xfrm>
        </p:grpSpPr>
        <p:sp>
          <p:nvSpPr>
            <p:cNvPr id="298" name="Google Shape;298;p58"/>
            <p:cNvSpPr/>
            <p:nvPr/>
          </p:nvSpPr>
          <p:spPr>
            <a:xfrm>
              <a:off x="1922400" y="234720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58"/>
            <p:cNvSpPr/>
            <p:nvPr/>
          </p:nvSpPr>
          <p:spPr>
            <a:xfrm>
              <a:off x="1889640" y="280368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8"/>
            <p:cNvSpPr/>
            <p:nvPr/>
          </p:nvSpPr>
          <p:spPr>
            <a:xfrm>
              <a:off x="1928160" y="236700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1" name="Google Shape;301;p58"/>
          <p:cNvCxnSpPr/>
          <p:nvPr/>
        </p:nvCxnSpPr>
        <p:spPr>
          <a:xfrm>
            <a:off x="6270480" y="2199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58"/>
          <p:cNvSpPr txBox="1"/>
          <p:nvPr/>
        </p:nvSpPr>
        <p:spPr>
          <a:xfrm>
            <a:off x="5946480" y="2024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58"/>
          <p:cNvCxnSpPr/>
          <p:nvPr/>
        </p:nvCxnSpPr>
        <p:spPr>
          <a:xfrm>
            <a:off x="7705440" y="2163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58"/>
          <p:cNvSpPr txBox="1"/>
          <p:nvPr/>
        </p:nvSpPr>
        <p:spPr>
          <a:xfrm>
            <a:off x="8497080" y="1988280"/>
            <a:ext cx="7675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58"/>
          <p:cNvGrpSpPr/>
          <p:nvPr/>
        </p:nvGrpSpPr>
        <p:grpSpPr>
          <a:xfrm>
            <a:off x="6964200" y="1828800"/>
            <a:ext cx="855360" cy="685800"/>
            <a:chOff x="6964200" y="1828800"/>
            <a:chExt cx="855360" cy="685800"/>
          </a:xfrm>
        </p:grpSpPr>
        <p:cxnSp>
          <p:nvCxnSpPr>
            <p:cNvPr id="306" name="Google Shape;306;p58"/>
            <p:cNvCxnSpPr/>
            <p:nvPr/>
          </p:nvCxnSpPr>
          <p:spPr>
            <a:xfrm>
              <a:off x="6964200" y="182880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58"/>
            <p:cNvCxnSpPr/>
            <p:nvPr/>
          </p:nvCxnSpPr>
          <p:spPr>
            <a:xfrm>
              <a:off x="6964200" y="182880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58"/>
            <p:cNvCxnSpPr/>
            <p:nvPr/>
          </p:nvCxnSpPr>
          <p:spPr>
            <a:xfrm flipH="1" rot="10800000">
              <a:off x="6964200" y="216360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9" name="Google Shape;309;p58"/>
            <p:cNvSpPr/>
            <p:nvPr/>
          </p:nvSpPr>
          <p:spPr>
            <a:xfrm>
              <a:off x="7682400" y="208440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Universal Gates -- NAND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59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59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59"/>
          <p:cNvCxnSpPr/>
          <p:nvPr/>
        </p:nvCxnSpPr>
        <p:spPr>
          <a:xfrm>
            <a:off x="2057400" y="12150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59"/>
          <p:cNvCxnSpPr/>
          <p:nvPr/>
        </p:nvCxnSpPr>
        <p:spPr>
          <a:xfrm>
            <a:off x="2055960" y="122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59"/>
          <p:cNvCxnSpPr/>
          <p:nvPr/>
        </p:nvCxnSpPr>
        <p:spPr>
          <a:xfrm>
            <a:off x="2056320" y="187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59"/>
          <p:cNvSpPr/>
          <p:nvPr/>
        </p:nvSpPr>
        <p:spPr>
          <a:xfrm>
            <a:off x="2755800" y="121500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59"/>
          <p:cNvCxnSpPr/>
          <p:nvPr/>
        </p:nvCxnSpPr>
        <p:spPr>
          <a:xfrm>
            <a:off x="3063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59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9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9"/>
          <p:cNvSpPr txBox="1"/>
          <p:nvPr/>
        </p:nvSpPr>
        <p:spPr>
          <a:xfrm>
            <a:off x="3855600" y="1412280"/>
            <a:ext cx="20505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(A.B)’ = A’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9"/>
          <p:cNvSpPr/>
          <p:nvPr/>
        </p:nvSpPr>
        <p:spPr>
          <a:xfrm>
            <a:off x="3038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0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Universal Gates -- NAND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60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60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60"/>
          <p:cNvCxnSpPr/>
          <p:nvPr/>
        </p:nvCxnSpPr>
        <p:spPr>
          <a:xfrm>
            <a:off x="2057400" y="12150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60"/>
          <p:cNvCxnSpPr/>
          <p:nvPr/>
        </p:nvCxnSpPr>
        <p:spPr>
          <a:xfrm>
            <a:off x="2055960" y="122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60"/>
          <p:cNvCxnSpPr/>
          <p:nvPr/>
        </p:nvCxnSpPr>
        <p:spPr>
          <a:xfrm>
            <a:off x="2056320" y="187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60"/>
          <p:cNvSpPr/>
          <p:nvPr/>
        </p:nvSpPr>
        <p:spPr>
          <a:xfrm>
            <a:off x="2755800" y="121500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60"/>
          <p:cNvCxnSpPr/>
          <p:nvPr/>
        </p:nvCxnSpPr>
        <p:spPr>
          <a:xfrm>
            <a:off x="3063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60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0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0"/>
          <p:cNvSpPr txBox="1"/>
          <p:nvPr/>
        </p:nvSpPr>
        <p:spPr>
          <a:xfrm>
            <a:off x="3855600" y="1412280"/>
            <a:ext cx="20505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(A.B)’ = A’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0"/>
          <p:cNvSpPr/>
          <p:nvPr/>
        </p:nvSpPr>
        <p:spPr>
          <a:xfrm>
            <a:off x="3038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2" name="Google Shape;342;p60"/>
          <p:cNvGrpSpPr/>
          <p:nvPr/>
        </p:nvGrpSpPr>
        <p:grpSpPr>
          <a:xfrm>
            <a:off x="2104200" y="2405160"/>
            <a:ext cx="855360" cy="685800"/>
            <a:chOff x="2104200" y="2405160"/>
            <a:chExt cx="855360" cy="685800"/>
          </a:xfrm>
        </p:grpSpPr>
        <p:cxnSp>
          <p:nvCxnSpPr>
            <p:cNvPr id="343" name="Google Shape;343;p60"/>
            <p:cNvCxnSpPr/>
            <p:nvPr/>
          </p:nvCxnSpPr>
          <p:spPr>
            <a:xfrm>
              <a:off x="2104200" y="240516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p60"/>
            <p:cNvCxnSpPr/>
            <p:nvPr/>
          </p:nvCxnSpPr>
          <p:spPr>
            <a:xfrm>
              <a:off x="2104200" y="240516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5" name="Google Shape;345;p60"/>
            <p:cNvCxnSpPr/>
            <p:nvPr/>
          </p:nvCxnSpPr>
          <p:spPr>
            <a:xfrm flipH="1" rot="10800000">
              <a:off x="2104200" y="273996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6" name="Google Shape;346;p60"/>
            <p:cNvSpPr/>
            <p:nvPr/>
          </p:nvSpPr>
          <p:spPr>
            <a:xfrm>
              <a:off x="2822400" y="266076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60"/>
          <p:cNvGrpSpPr/>
          <p:nvPr/>
        </p:nvGrpSpPr>
        <p:grpSpPr>
          <a:xfrm>
            <a:off x="2104200" y="3449520"/>
            <a:ext cx="855360" cy="685800"/>
            <a:chOff x="2104200" y="3449520"/>
            <a:chExt cx="855360" cy="685800"/>
          </a:xfrm>
        </p:grpSpPr>
        <p:cxnSp>
          <p:nvCxnSpPr>
            <p:cNvPr id="348" name="Google Shape;348;p60"/>
            <p:cNvCxnSpPr/>
            <p:nvPr/>
          </p:nvCxnSpPr>
          <p:spPr>
            <a:xfrm>
              <a:off x="2104200" y="344952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60"/>
            <p:cNvCxnSpPr/>
            <p:nvPr/>
          </p:nvCxnSpPr>
          <p:spPr>
            <a:xfrm>
              <a:off x="2104200" y="344952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60"/>
            <p:cNvCxnSpPr/>
            <p:nvPr/>
          </p:nvCxnSpPr>
          <p:spPr>
            <a:xfrm flipH="1" rot="10800000">
              <a:off x="2104200" y="378432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1" name="Google Shape;351;p60"/>
            <p:cNvSpPr/>
            <p:nvPr/>
          </p:nvSpPr>
          <p:spPr>
            <a:xfrm>
              <a:off x="2822400" y="370512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2" name="Google Shape;352;p60"/>
          <p:cNvCxnSpPr/>
          <p:nvPr/>
        </p:nvCxnSpPr>
        <p:spPr>
          <a:xfrm>
            <a:off x="1374480" y="2739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60"/>
          <p:cNvSpPr txBox="1"/>
          <p:nvPr/>
        </p:nvSpPr>
        <p:spPr>
          <a:xfrm>
            <a:off x="1050480" y="2564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60"/>
          <p:cNvCxnSpPr/>
          <p:nvPr/>
        </p:nvCxnSpPr>
        <p:spPr>
          <a:xfrm>
            <a:off x="1377360" y="3783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60"/>
          <p:cNvSpPr txBox="1"/>
          <p:nvPr/>
        </p:nvSpPr>
        <p:spPr>
          <a:xfrm>
            <a:off x="1053360" y="3608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60"/>
          <p:cNvGrpSpPr/>
          <p:nvPr/>
        </p:nvGrpSpPr>
        <p:grpSpPr>
          <a:xfrm>
            <a:off x="3869640" y="2851560"/>
            <a:ext cx="980280" cy="925200"/>
            <a:chOff x="3869640" y="2851560"/>
            <a:chExt cx="980280" cy="925200"/>
          </a:xfrm>
        </p:grpSpPr>
        <p:sp>
          <p:nvSpPr>
            <p:cNvPr id="357" name="Google Shape;357;p60"/>
            <p:cNvSpPr/>
            <p:nvPr/>
          </p:nvSpPr>
          <p:spPr>
            <a:xfrm>
              <a:off x="3902400" y="285156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60"/>
            <p:cNvSpPr/>
            <p:nvPr/>
          </p:nvSpPr>
          <p:spPr>
            <a:xfrm>
              <a:off x="3869640" y="330804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60"/>
            <p:cNvSpPr/>
            <p:nvPr/>
          </p:nvSpPr>
          <p:spPr>
            <a:xfrm>
              <a:off x="3908160" y="287136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0" name="Google Shape;360;p60"/>
          <p:cNvCxnSpPr/>
          <p:nvPr/>
        </p:nvCxnSpPr>
        <p:spPr>
          <a:xfrm>
            <a:off x="2959560" y="2719800"/>
            <a:ext cx="24084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60"/>
          <p:cNvCxnSpPr/>
          <p:nvPr/>
        </p:nvCxnSpPr>
        <p:spPr>
          <a:xfrm>
            <a:off x="3200400" y="2948400"/>
            <a:ext cx="7077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60"/>
          <p:cNvCxnSpPr/>
          <p:nvPr/>
        </p:nvCxnSpPr>
        <p:spPr>
          <a:xfrm>
            <a:off x="3236400" y="3488400"/>
            <a:ext cx="7077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60"/>
          <p:cNvCxnSpPr/>
          <p:nvPr/>
        </p:nvCxnSpPr>
        <p:spPr>
          <a:xfrm flipH="1" rot="10800000">
            <a:off x="2959560" y="3488400"/>
            <a:ext cx="276840" cy="216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60"/>
          <p:cNvCxnSpPr/>
          <p:nvPr/>
        </p:nvCxnSpPr>
        <p:spPr>
          <a:xfrm>
            <a:off x="4825440" y="3279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60"/>
          <p:cNvSpPr txBox="1"/>
          <p:nvPr/>
        </p:nvSpPr>
        <p:spPr>
          <a:xfrm>
            <a:off x="5617080" y="3104280"/>
            <a:ext cx="1224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A’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60"/>
          <p:cNvGrpSpPr/>
          <p:nvPr/>
        </p:nvGrpSpPr>
        <p:grpSpPr>
          <a:xfrm>
            <a:off x="3866760" y="4291920"/>
            <a:ext cx="980280" cy="925200"/>
            <a:chOff x="3866760" y="4291920"/>
            <a:chExt cx="980280" cy="925200"/>
          </a:xfrm>
        </p:grpSpPr>
        <p:sp>
          <p:nvSpPr>
            <p:cNvPr id="367" name="Google Shape;367;p60"/>
            <p:cNvSpPr/>
            <p:nvPr/>
          </p:nvSpPr>
          <p:spPr>
            <a:xfrm>
              <a:off x="3899520" y="429192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60"/>
            <p:cNvSpPr/>
            <p:nvPr/>
          </p:nvSpPr>
          <p:spPr>
            <a:xfrm>
              <a:off x="3866760" y="474840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60"/>
            <p:cNvSpPr/>
            <p:nvPr/>
          </p:nvSpPr>
          <p:spPr>
            <a:xfrm>
              <a:off x="3905280" y="431172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70" name="Google Shape;370;p60"/>
          <p:cNvCxnSpPr/>
          <p:nvPr/>
        </p:nvCxnSpPr>
        <p:spPr>
          <a:xfrm>
            <a:off x="4822560" y="471996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60"/>
          <p:cNvSpPr txBox="1"/>
          <p:nvPr/>
        </p:nvSpPr>
        <p:spPr>
          <a:xfrm>
            <a:off x="5614200" y="4544640"/>
            <a:ext cx="1224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A’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0"/>
          <p:cNvSpPr txBox="1"/>
          <p:nvPr/>
        </p:nvSpPr>
        <p:spPr>
          <a:xfrm>
            <a:off x="945360" y="425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60"/>
          <p:cNvCxnSpPr/>
          <p:nvPr/>
        </p:nvCxnSpPr>
        <p:spPr>
          <a:xfrm>
            <a:off x="1314720" y="4464000"/>
            <a:ext cx="272808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60"/>
          <p:cNvCxnSpPr/>
          <p:nvPr/>
        </p:nvCxnSpPr>
        <p:spPr>
          <a:xfrm>
            <a:off x="1314720" y="4896000"/>
            <a:ext cx="272808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60"/>
          <p:cNvSpPr txBox="1"/>
          <p:nvPr/>
        </p:nvSpPr>
        <p:spPr>
          <a:xfrm>
            <a:off x="945360" y="4688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0"/>
          <p:cNvSpPr/>
          <p:nvPr/>
        </p:nvSpPr>
        <p:spPr>
          <a:xfrm>
            <a:off x="3974400" y="438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60"/>
          <p:cNvSpPr/>
          <p:nvPr/>
        </p:nvSpPr>
        <p:spPr>
          <a:xfrm>
            <a:off x="3974400" y="482076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1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Implement Inverter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61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61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61"/>
          <p:cNvCxnSpPr/>
          <p:nvPr/>
        </p:nvCxnSpPr>
        <p:spPr>
          <a:xfrm>
            <a:off x="2057400" y="12150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61"/>
          <p:cNvCxnSpPr/>
          <p:nvPr/>
        </p:nvCxnSpPr>
        <p:spPr>
          <a:xfrm>
            <a:off x="2055960" y="122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61"/>
          <p:cNvCxnSpPr/>
          <p:nvPr/>
        </p:nvCxnSpPr>
        <p:spPr>
          <a:xfrm>
            <a:off x="2056320" y="187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61"/>
          <p:cNvSpPr/>
          <p:nvPr/>
        </p:nvSpPr>
        <p:spPr>
          <a:xfrm>
            <a:off x="2755800" y="121500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61"/>
          <p:cNvCxnSpPr/>
          <p:nvPr/>
        </p:nvCxnSpPr>
        <p:spPr>
          <a:xfrm>
            <a:off x="3063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61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61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1"/>
          <p:cNvSpPr txBox="1"/>
          <p:nvPr/>
        </p:nvSpPr>
        <p:spPr>
          <a:xfrm>
            <a:off x="3855600" y="1412280"/>
            <a:ext cx="20505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(A.B)’ = A’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1"/>
          <p:cNvSpPr/>
          <p:nvPr/>
        </p:nvSpPr>
        <p:spPr>
          <a:xfrm>
            <a:off x="3038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1"/>
          <p:cNvSpPr txBox="1"/>
          <p:nvPr/>
        </p:nvSpPr>
        <p:spPr>
          <a:xfrm>
            <a:off x="1143000" y="2514600"/>
            <a:ext cx="27867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If A = B, =&gt; X = (A.A)’ = A’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61"/>
          <p:cNvCxnSpPr/>
          <p:nvPr/>
        </p:nvCxnSpPr>
        <p:spPr>
          <a:xfrm>
            <a:off x="4035600" y="353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61"/>
          <p:cNvCxnSpPr/>
          <p:nvPr/>
        </p:nvCxnSpPr>
        <p:spPr>
          <a:xfrm>
            <a:off x="4035960" y="392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61"/>
          <p:cNvCxnSpPr/>
          <p:nvPr/>
        </p:nvCxnSpPr>
        <p:spPr>
          <a:xfrm>
            <a:off x="4721400" y="33750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61"/>
          <p:cNvCxnSpPr/>
          <p:nvPr/>
        </p:nvCxnSpPr>
        <p:spPr>
          <a:xfrm>
            <a:off x="4719960" y="33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61"/>
          <p:cNvCxnSpPr/>
          <p:nvPr/>
        </p:nvCxnSpPr>
        <p:spPr>
          <a:xfrm>
            <a:off x="4720320" y="403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61"/>
          <p:cNvSpPr/>
          <p:nvPr/>
        </p:nvSpPr>
        <p:spPr>
          <a:xfrm>
            <a:off x="5419800" y="337500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1" name="Google Shape;401;p61"/>
          <p:cNvCxnSpPr/>
          <p:nvPr/>
        </p:nvCxnSpPr>
        <p:spPr>
          <a:xfrm>
            <a:off x="5727960" y="374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61"/>
          <p:cNvSpPr/>
          <p:nvPr/>
        </p:nvSpPr>
        <p:spPr>
          <a:xfrm>
            <a:off x="5702400" y="366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3" name="Google Shape;403;p61"/>
          <p:cNvCxnSpPr/>
          <p:nvPr/>
        </p:nvCxnSpPr>
        <p:spPr>
          <a:xfrm>
            <a:off x="4035600" y="35010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61"/>
          <p:cNvCxnSpPr/>
          <p:nvPr/>
        </p:nvCxnSpPr>
        <p:spPr>
          <a:xfrm>
            <a:off x="3578400" y="3705120"/>
            <a:ext cx="4572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61"/>
          <p:cNvSpPr txBox="1"/>
          <p:nvPr/>
        </p:nvSpPr>
        <p:spPr>
          <a:xfrm>
            <a:off x="3187800" y="35496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1"/>
          <p:cNvSpPr txBox="1"/>
          <p:nvPr/>
        </p:nvSpPr>
        <p:spPr>
          <a:xfrm>
            <a:off x="6427800" y="3549600"/>
            <a:ext cx="43020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2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Implement AND, OR Gates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62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62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62"/>
          <p:cNvCxnSpPr/>
          <p:nvPr/>
        </p:nvCxnSpPr>
        <p:spPr>
          <a:xfrm>
            <a:off x="2057400" y="12150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62"/>
          <p:cNvCxnSpPr/>
          <p:nvPr/>
        </p:nvCxnSpPr>
        <p:spPr>
          <a:xfrm>
            <a:off x="2055960" y="122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62"/>
          <p:cNvCxnSpPr/>
          <p:nvPr/>
        </p:nvCxnSpPr>
        <p:spPr>
          <a:xfrm>
            <a:off x="2056320" y="187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62"/>
          <p:cNvSpPr/>
          <p:nvPr/>
        </p:nvSpPr>
        <p:spPr>
          <a:xfrm>
            <a:off x="2755800" y="121500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8" name="Google Shape;418;p62"/>
          <p:cNvCxnSpPr/>
          <p:nvPr/>
        </p:nvCxnSpPr>
        <p:spPr>
          <a:xfrm>
            <a:off x="3063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62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2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62"/>
          <p:cNvSpPr txBox="1"/>
          <p:nvPr/>
        </p:nvSpPr>
        <p:spPr>
          <a:xfrm>
            <a:off x="3855600" y="1412280"/>
            <a:ext cx="20505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(A.B)’ = A’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2"/>
          <p:cNvSpPr/>
          <p:nvPr/>
        </p:nvSpPr>
        <p:spPr>
          <a:xfrm>
            <a:off x="3038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Universal Gates -- NOR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63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63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63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63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3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63"/>
          <p:cNvSpPr txBox="1"/>
          <p:nvPr/>
        </p:nvSpPr>
        <p:spPr>
          <a:xfrm>
            <a:off x="3603600" y="1412280"/>
            <a:ext cx="2166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 + B)’ = A’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3"/>
          <p:cNvSpPr/>
          <p:nvPr/>
        </p:nvSpPr>
        <p:spPr>
          <a:xfrm>
            <a:off x="2786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5" name="Google Shape;435;p63"/>
          <p:cNvGrpSpPr/>
          <p:nvPr/>
        </p:nvGrpSpPr>
        <p:grpSpPr>
          <a:xfrm>
            <a:off x="1889640" y="1159560"/>
            <a:ext cx="980280" cy="925200"/>
            <a:chOff x="1889640" y="1159560"/>
            <a:chExt cx="980280" cy="925200"/>
          </a:xfrm>
        </p:grpSpPr>
        <p:sp>
          <p:nvSpPr>
            <p:cNvPr id="436" name="Google Shape;436;p63"/>
            <p:cNvSpPr/>
            <p:nvPr/>
          </p:nvSpPr>
          <p:spPr>
            <a:xfrm>
              <a:off x="1922400" y="115956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3"/>
            <p:cNvSpPr/>
            <p:nvPr/>
          </p:nvSpPr>
          <p:spPr>
            <a:xfrm>
              <a:off x="1889640" y="161604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3"/>
            <p:cNvSpPr/>
            <p:nvPr/>
          </p:nvSpPr>
          <p:spPr>
            <a:xfrm>
              <a:off x="1928160" y="117936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Universal Gates -- NOR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64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64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64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64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4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4"/>
          <p:cNvSpPr txBox="1"/>
          <p:nvPr/>
        </p:nvSpPr>
        <p:spPr>
          <a:xfrm>
            <a:off x="3603600" y="1412280"/>
            <a:ext cx="2166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 + B)’ = A’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4"/>
          <p:cNvSpPr/>
          <p:nvPr/>
        </p:nvSpPr>
        <p:spPr>
          <a:xfrm>
            <a:off x="2786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" name="Google Shape;451;p64"/>
          <p:cNvGrpSpPr/>
          <p:nvPr/>
        </p:nvGrpSpPr>
        <p:grpSpPr>
          <a:xfrm>
            <a:off x="1889640" y="1159560"/>
            <a:ext cx="980280" cy="925200"/>
            <a:chOff x="1889640" y="1159560"/>
            <a:chExt cx="980280" cy="925200"/>
          </a:xfrm>
        </p:grpSpPr>
        <p:sp>
          <p:nvSpPr>
            <p:cNvPr id="452" name="Google Shape;452;p64"/>
            <p:cNvSpPr/>
            <p:nvPr/>
          </p:nvSpPr>
          <p:spPr>
            <a:xfrm>
              <a:off x="1922400" y="115956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4"/>
            <p:cNvSpPr/>
            <p:nvPr/>
          </p:nvSpPr>
          <p:spPr>
            <a:xfrm>
              <a:off x="1889640" y="161604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4"/>
            <p:cNvSpPr/>
            <p:nvPr/>
          </p:nvSpPr>
          <p:spPr>
            <a:xfrm>
              <a:off x="1928160" y="117936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64"/>
          <p:cNvGrpSpPr/>
          <p:nvPr/>
        </p:nvGrpSpPr>
        <p:grpSpPr>
          <a:xfrm>
            <a:off x="2104560" y="2405160"/>
            <a:ext cx="855360" cy="685800"/>
            <a:chOff x="2104560" y="2405160"/>
            <a:chExt cx="855360" cy="685800"/>
          </a:xfrm>
        </p:grpSpPr>
        <p:cxnSp>
          <p:nvCxnSpPr>
            <p:cNvPr id="456" name="Google Shape;456;p64"/>
            <p:cNvCxnSpPr/>
            <p:nvPr/>
          </p:nvCxnSpPr>
          <p:spPr>
            <a:xfrm>
              <a:off x="2104560" y="240516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7" name="Google Shape;457;p64"/>
            <p:cNvCxnSpPr/>
            <p:nvPr/>
          </p:nvCxnSpPr>
          <p:spPr>
            <a:xfrm>
              <a:off x="2104560" y="240516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8" name="Google Shape;458;p64"/>
            <p:cNvCxnSpPr/>
            <p:nvPr/>
          </p:nvCxnSpPr>
          <p:spPr>
            <a:xfrm flipH="1" rot="10800000">
              <a:off x="2104560" y="273996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9" name="Google Shape;459;p64"/>
            <p:cNvSpPr/>
            <p:nvPr/>
          </p:nvSpPr>
          <p:spPr>
            <a:xfrm>
              <a:off x="2822760" y="266076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64"/>
          <p:cNvGrpSpPr/>
          <p:nvPr/>
        </p:nvGrpSpPr>
        <p:grpSpPr>
          <a:xfrm>
            <a:off x="2104560" y="3449520"/>
            <a:ext cx="855360" cy="685800"/>
            <a:chOff x="2104560" y="3449520"/>
            <a:chExt cx="855360" cy="685800"/>
          </a:xfrm>
        </p:grpSpPr>
        <p:cxnSp>
          <p:nvCxnSpPr>
            <p:cNvPr id="461" name="Google Shape;461;p64"/>
            <p:cNvCxnSpPr/>
            <p:nvPr/>
          </p:nvCxnSpPr>
          <p:spPr>
            <a:xfrm>
              <a:off x="2104560" y="344952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2" name="Google Shape;462;p64"/>
            <p:cNvCxnSpPr/>
            <p:nvPr/>
          </p:nvCxnSpPr>
          <p:spPr>
            <a:xfrm>
              <a:off x="2104560" y="344952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3" name="Google Shape;463;p64"/>
            <p:cNvCxnSpPr/>
            <p:nvPr/>
          </p:nvCxnSpPr>
          <p:spPr>
            <a:xfrm flipH="1" rot="10800000">
              <a:off x="2104560" y="378432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4" name="Google Shape;464;p64"/>
            <p:cNvSpPr/>
            <p:nvPr/>
          </p:nvSpPr>
          <p:spPr>
            <a:xfrm>
              <a:off x="2822760" y="370512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65" name="Google Shape;465;p64"/>
          <p:cNvCxnSpPr/>
          <p:nvPr/>
        </p:nvCxnSpPr>
        <p:spPr>
          <a:xfrm>
            <a:off x="1374840" y="2739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64"/>
          <p:cNvSpPr txBox="1"/>
          <p:nvPr/>
        </p:nvSpPr>
        <p:spPr>
          <a:xfrm>
            <a:off x="1050840" y="2564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64"/>
          <p:cNvCxnSpPr/>
          <p:nvPr/>
        </p:nvCxnSpPr>
        <p:spPr>
          <a:xfrm>
            <a:off x="1377720" y="3783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64"/>
          <p:cNvSpPr txBox="1"/>
          <p:nvPr/>
        </p:nvSpPr>
        <p:spPr>
          <a:xfrm>
            <a:off x="1053720" y="3608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64"/>
          <p:cNvCxnSpPr/>
          <p:nvPr/>
        </p:nvCxnSpPr>
        <p:spPr>
          <a:xfrm>
            <a:off x="2959920" y="2719800"/>
            <a:ext cx="24084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64"/>
          <p:cNvCxnSpPr/>
          <p:nvPr/>
        </p:nvCxnSpPr>
        <p:spPr>
          <a:xfrm>
            <a:off x="3200760" y="2948400"/>
            <a:ext cx="7077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64"/>
          <p:cNvCxnSpPr/>
          <p:nvPr/>
        </p:nvCxnSpPr>
        <p:spPr>
          <a:xfrm>
            <a:off x="3236760" y="3488400"/>
            <a:ext cx="7077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64"/>
          <p:cNvCxnSpPr/>
          <p:nvPr/>
        </p:nvCxnSpPr>
        <p:spPr>
          <a:xfrm flipH="1" rot="10800000">
            <a:off x="2959920" y="3488400"/>
            <a:ext cx="276840" cy="216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64"/>
          <p:cNvCxnSpPr/>
          <p:nvPr/>
        </p:nvCxnSpPr>
        <p:spPr>
          <a:xfrm>
            <a:off x="4861800" y="320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64"/>
          <p:cNvSpPr txBox="1"/>
          <p:nvPr/>
        </p:nvSpPr>
        <p:spPr>
          <a:xfrm>
            <a:off x="5653440" y="3032280"/>
            <a:ext cx="11545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A’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Google Shape;475;p64"/>
          <p:cNvGrpSpPr/>
          <p:nvPr/>
        </p:nvGrpSpPr>
        <p:grpSpPr>
          <a:xfrm>
            <a:off x="3892320" y="2871000"/>
            <a:ext cx="1386000" cy="686160"/>
            <a:chOff x="3892320" y="2871000"/>
            <a:chExt cx="1386000" cy="686160"/>
          </a:xfrm>
        </p:grpSpPr>
        <p:cxnSp>
          <p:nvCxnSpPr>
            <p:cNvPr id="476" name="Google Shape;476;p64"/>
            <p:cNvCxnSpPr/>
            <p:nvPr/>
          </p:nvCxnSpPr>
          <p:spPr>
            <a:xfrm>
              <a:off x="3893760" y="287100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7" name="Google Shape;477;p64"/>
            <p:cNvCxnSpPr/>
            <p:nvPr/>
          </p:nvCxnSpPr>
          <p:spPr>
            <a:xfrm>
              <a:off x="3892320" y="2883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64"/>
            <p:cNvCxnSpPr/>
            <p:nvPr/>
          </p:nvCxnSpPr>
          <p:spPr>
            <a:xfrm>
              <a:off x="3892680" y="3531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64"/>
            <p:cNvSpPr/>
            <p:nvPr/>
          </p:nvSpPr>
          <p:spPr>
            <a:xfrm>
              <a:off x="4592160" y="287100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Implement NOT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65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65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65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65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5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5"/>
          <p:cNvSpPr txBox="1"/>
          <p:nvPr/>
        </p:nvSpPr>
        <p:spPr>
          <a:xfrm>
            <a:off x="3603600" y="1412280"/>
            <a:ext cx="2166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 + B)’ = A’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65"/>
          <p:cNvSpPr/>
          <p:nvPr/>
        </p:nvSpPr>
        <p:spPr>
          <a:xfrm>
            <a:off x="2786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2" name="Google Shape;492;p65"/>
          <p:cNvGrpSpPr/>
          <p:nvPr/>
        </p:nvGrpSpPr>
        <p:grpSpPr>
          <a:xfrm>
            <a:off x="1889640" y="1159560"/>
            <a:ext cx="980280" cy="925200"/>
            <a:chOff x="1889640" y="1159560"/>
            <a:chExt cx="980280" cy="925200"/>
          </a:xfrm>
        </p:grpSpPr>
        <p:sp>
          <p:nvSpPr>
            <p:cNvPr id="493" name="Google Shape;493;p65"/>
            <p:cNvSpPr/>
            <p:nvPr/>
          </p:nvSpPr>
          <p:spPr>
            <a:xfrm>
              <a:off x="1922400" y="115956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5"/>
            <p:cNvSpPr/>
            <p:nvPr/>
          </p:nvSpPr>
          <p:spPr>
            <a:xfrm>
              <a:off x="1889640" y="161604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5"/>
            <p:cNvSpPr/>
            <p:nvPr/>
          </p:nvSpPr>
          <p:spPr>
            <a:xfrm>
              <a:off x="1928160" y="117936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65"/>
          <p:cNvSpPr txBox="1"/>
          <p:nvPr/>
        </p:nvSpPr>
        <p:spPr>
          <a:xfrm>
            <a:off x="1143000" y="2514600"/>
            <a:ext cx="2856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If A = B, =&gt; X = (A+A)’ = A’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65"/>
          <p:cNvCxnSpPr/>
          <p:nvPr/>
        </p:nvCxnSpPr>
        <p:spPr>
          <a:xfrm>
            <a:off x="4035960" y="352872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65"/>
          <p:cNvCxnSpPr/>
          <p:nvPr/>
        </p:nvCxnSpPr>
        <p:spPr>
          <a:xfrm>
            <a:off x="4036320" y="392472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65"/>
          <p:cNvCxnSpPr/>
          <p:nvPr/>
        </p:nvCxnSpPr>
        <p:spPr>
          <a:xfrm>
            <a:off x="5620320" y="374472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65"/>
          <p:cNvCxnSpPr/>
          <p:nvPr/>
        </p:nvCxnSpPr>
        <p:spPr>
          <a:xfrm>
            <a:off x="4035960" y="349812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65"/>
          <p:cNvCxnSpPr/>
          <p:nvPr/>
        </p:nvCxnSpPr>
        <p:spPr>
          <a:xfrm>
            <a:off x="3578760" y="3702240"/>
            <a:ext cx="4572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65"/>
          <p:cNvSpPr txBox="1"/>
          <p:nvPr/>
        </p:nvSpPr>
        <p:spPr>
          <a:xfrm>
            <a:off x="3188160" y="354672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5"/>
          <p:cNvSpPr txBox="1"/>
          <p:nvPr/>
        </p:nvSpPr>
        <p:spPr>
          <a:xfrm>
            <a:off x="6320160" y="3546720"/>
            <a:ext cx="43020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65"/>
          <p:cNvGrpSpPr/>
          <p:nvPr/>
        </p:nvGrpSpPr>
        <p:grpSpPr>
          <a:xfrm>
            <a:off x="4553640" y="3319920"/>
            <a:ext cx="980280" cy="925200"/>
            <a:chOff x="4553640" y="3319920"/>
            <a:chExt cx="980280" cy="925200"/>
          </a:xfrm>
        </p:grpSpPr>
        <p:sp>
          <p:nvSpPr>
            <p:cNvPr id="505" name="Google Shape;505;p65"/>
            <p:cNvSpPr/>
            <p:nvPr/>
          </p:nvSpPr>
          <p:spPr>
            <a:xfrm>
              <a:off x="4586400" y="331992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5"/>
            <p:cNvSpPr/>
            <p:nvPr/>
          </p:nvSpPr>
          <p:spPr>
            <a:xfrm>
              <a:off x="4553640" y="377640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5"/>
            <p:cNvSpPr/>
            <p:nvPr/>
          </p:nvSpPr>
          <p:spPr>
            <a:xfrm>
              <a:off x="4592160" y="333972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65"/>
          <p:cNvSpPr/>
          <p:nvPr/>
        </p:nvSpPr>
        <p:spPr>
          <a:xfrm>
            <a:off x="5486400" y="366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Implement AND, OR Gates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66"/>
          <p:cNvCxnSpPr/>
          <p:nvPr/>
        </p:nvCxnSpPr>
        <p:spPr>
          <a:xfrm>
            <a:off x="1371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66"/>
          <p:cNvCxnSpPr/>
          <p:nvPr/>
        </p:nvCxnSpPr>
        <p:spPr>
          <a:xfrm>
            <a:off x="1371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66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66"/>
          <p:cNvSpPr txBox="1"/>
          <p:nvPr/>
        </p:nvSpPr>
        <p:spPr>
          <a:xfrm>
            <a:off x="1047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6"/>
          <p:cNvSpPr txBox="1"/>
          <p:nvPr/>
        </p:nvSpPr>
        <p:spPr>
          <a:xfrm>
            <a:off x="1047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66"/>
          <p:cNvSpPr txBox="1"/>
          <p:nvPr/>
        </p:nvSpPr>
        <p:spPr>
          <a:xfrm>
            <a:off x="3603600" y="1412280"/>
            <a:ext cx="2166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(A + B)’ = A’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6"/>
          <p:cNvSpPr/>
          <p:nvPr/>
        </p:nvSpPr>
        <p:spPr>
          <a:xfrm>
            <a:off x="2786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1" name="Google Shape;521;p66"/>
          <p:cNvGrpSpPr/>
          <p:nvPr/>
        </p:nvGrpSpPr>
        <p:grpSpPr>
          <a:xfrm>
            <a:off x="1889640" y="1159560"/>
            <a:ext cx="980280" cy="925200"/>
            <a:chOff x="1889640" y="1159560"/>
            <a:chExt cx="980280" cy="925200"/>
          </a:xfrm>
        </p:grpSpPr>
        <p:sp>
          <p:nvSpPr>
            <p:cNvPr id="522" name="Google Shape;522;p66"/>
            <p:cNvSpPr/>
            <p:nvPr/>
          </p:nvSpPr>
          <p:spPr>
            <a:xfrm>
              <a:off x="1922400" y="115956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6"/>
            <p:cNvSpPr/>
            <p:nvPr/>
          </p:nvSpPr>
          <p:spPr>
            <a:xfrm>
              <a:off x="1889640" y="161604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6"/>
            <p:cNvSpPr/>
            <p:nvPr/>
          </p:nvSpPr>
          <p:spPr>
            <a:xfrm>
              <a:off x="1928160" y="117936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7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XOR, XNOR Gate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67"/>
          <p:cNvCxnSpPr/>
          <p:nvPr/>
        </p:nvCxnSpPr>
        <p:spPr>
          <a:xfrm>
            <a:off x="1155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67"/>
          <p:cNvCxnSpPr/>
          <p:nvPr/>
        </p:nvCxnSpPr>
        <p:spPr>
          <a:xfrm>
            <a:off x="1155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67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67"/>
          <p:cNvSpPr txBox="1"/>
          <p:nvPr/>
        </p:nvSpPr>
        <p:spPr>
          <a:xfrm>
            <a:off x="831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7"/>
          <p:cNvSpPr txBox="1"/>
          <p:nvPr/>
        </p:nvSpPr>
        <p:spPr>
          <a:xfrm>
            <a:off x="831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7"/>
          <p:cNvSpPr txBox="1"/>
          <p:nvPr/>
        </p:nvSpPr>
        <p:spPr>
          <a:xfrm>
            <a:off x="3603600" y="1412280"/>
            <a:ext cx="1386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      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7"/>
          <p:cNvSpPr/>
          <p:nvPr/>
        </p:nvSpPr>
        <p:spPr>
          <a:xfrm>
            <a:off x="1922400" y="1159560"/>
            <a:ext cx="914760" cy="457560"/>
          </a:xfrm>
          <a:custGeom>
            <a:rect b="b" l="l" r="r" t="t"/>
            <a:pathLst>
              <a:path extrusionOk="0" h="1271" w="2541">
                <a:moveTo>
                  <a:pt x="0" y="0"/>
                </a:moveTo>
                <a:cubicBezTo>
                  <a:pt x="1905" y="0"/>
                  <a:pt x="2540" y="1270"/>
                  <a:pt x="2540" y="1270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7"/>
          <p:cNvSpPr/>
          <p:nvPr/>
        </p:nvSpPr>
        <p:spPr>
          <a:xfrm>
            <a:off x="1889640" y="1616040"/>
            <a:ext cx="980280" cy="468720"/>
          </a:xfrm>
          <a:custGeom>
            <a:rect b="b" l="l" r="r" t="t"/>
            <a:pathLst>
              <a:path extrusionOk="0" h="1302" w="2723">
                <a:moveTo>
                  <a:pt x="2722" y="0"/>
                </a:moveTo>
                <a:cubicBezTo>
                  <a:pt x="1331" y="1301"/>
                  <a:pt x="0" y="806"/>
                  <a:pt x="0" y="806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7"/>
          <p:cNvSpPr/>
          <p:nvPr/>
        </p:nvSpPr>
        <p:spPr>
          <a:xfrm>
            <a:off x="192816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7"/>
          <p:cNvSpPr/>
          <p:nvPr/>
        </p:nvSpPr>
        <p:spPr>
          <a:xfrm>
            <a:off x="174852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7"/>
          <p:cNvSpPr/>
          <p:nvPr/>
        </p:nvSpPr>
        <p:spPr>
          <a:xfrm>
            <a:off x="4303800" y="14130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+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67"/>
          <p:cNvCxnSpPr/>
          <p:nvPr/>
        </p:nvCxnSpPr>
        <p:spPr>
          <a:xfrm>
            <a:off x="1155600" y="281196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67"/>
          <p:cNvCxnSpPr/>
          <p:nvPr/>
        </p:nvCxnSpPr>
        <p:spPr>
          <a:xfrm>
            <a:off x="1155960" y="320796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67"/>
          <p:cNvCxnSpPr/>
          <p:nvPr/>
        </p:nvCxnSpPr>
        <p:spPr>
          <a:xfrm>
            <a:off x="2955960" y="302796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67"/>
          <p:cNvSpPr txBox="1"/>
          <p:nvPr/>
        </p:nvSpPr>
        <p:spPr>
          <a:xfrm>
            <a:off x="831600" y="263664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7"/>
          <p:cNvSpPr txBox="1"/>
          <p:nvPr/>
        </p:nvSpPr>
        <p:spPr>
          <a:xfrm>
            <a:off x="831600" y="303264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67"/>
          <p:cNvSpPr txBox="1"/>
          <p:nvPr/>
        </p:nvSpPr>
        <p:spPr>
          <a:xfrm>
            <a:off x="3603600" y="2852640"/>
            <a:ext cx="1386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      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7"/>
          <p:cNvSpPr/>
          <p:nvPr/>
        </p:nvSpPr>
        <p:spPr>
          <a:xfrm>
            <a:off x="1922400" y="2599920"/>
            <a:ext cx="914760" cy="457560"/>
          </a:xfrm>
          <a:custGeom>
            <a:rect b="b" l="l" r="r" t="t"/>
            <a:pathLst>
              <a:path extrusionOk="0" h="1271" w="2541">
                <a:moveTo>
                  <a:pt x="0" y="0"/>
                </a:moveTo>
                <a:cubicBezTo>
                  <a:pt x="1905" y="0"/>
                  <a:pt x="2540" y="1270"/>
                  <a:pt x="2540" y="1270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7"/>
          <p:cNvSpPr/>
          <p:nvPr/>
        </p:nvSpPr>
        <p:spPr>
          <a:xfrm>
            <a:off x="1889640" y="3056400"/>
            <a:ext cx="980280" cy="468720"/>
          </a:xfrm>
          <a:custGeom>
            <a:rect b="b" l="l" r="r" t="t"/>
            <a:pathLst>
              <a:path extrusionOk="0" h="1302" w="2723">
                <a:moveTo>
                  <a:pt x="2722" y="0"/>
                </a:moveTo>
                <a:cubicBezTo>
                  <a:pt x="1331" y="1301"/>
                  <a:pt x="0" y="806"/>
                  <a:pt x="0" y="806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7"/>
          <p:cNvSpPr/>
          <p:nvPr/>
        </p:nvSpPr>
        <p:spPr>
          <a:xfrm>
            <a:off x="1928160" y="261972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7"/>
          <p:cNvSpPr/>
          <p:nvPr/>
        </p:nvSpPr>
        <p:spPr>
          <a:xfrm>
            <a:off x="1748520" y="261972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67"/>
          <p:cNvSpPr/>
          <p:nvPr/>
        </p:nvSpPr>
        <p:spPr>
          <a:xfrm>
            <a:off x="4303800" y="285336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67"/>
          <p:cNvSpPr/>
          <p:nvPr/>
        </p:nvSpPr>
        <p:spPr>
          <a:xfrm>
            <a:off x="2822400" y="2984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8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XOR Gate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8" name="Google Shape;558;p68"/>
          <p:cNvCxnSpPr/>
          <p:nvPr/>
        </p:nvCxnSpPr>
        <p:spPr>
          <a:xfrm>
            <a:off x="1155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68"/>
          <p:cNvCxnSpPr/>
          <p:nvPr/>
        </p:nvCxnSpPr>
        <p:spPr>
          <a:xfrm>
            <a:off x="1155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68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68"/>
          <p:cNvSpPr txBox="1"/>
          <p:nvPr/>
        </p:nvSpPr>
        <p:spPr>
          <a:xfrm>
            <a:off x="831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68"/>
          <p:cNvSpPr txBox="1"/>
          <p:nvPr/>
        </p:nvSpPr>
        <p:spPr>
          <a:xfrm>
            <a:off x="831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68"/>
          <p:cNvSpPr txBox="1"/>
          <p:nvPr/>
        </p:nvSpPr>
        <p:spPr>
          <a:xfrm>
            <a:off x="3603600" y="1412280"/>
            <a:ext cx="2884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       B  = A’.B + A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8"/>
          <p:cNvSpPr/>
          <p:nvPr/>
        </p:nvSpPr>
        <p:spPr>
          <a:xfrm>
            <a:off x="1922400" y="1159560"/>
            <a:ext cx="914760" cy="457560"/>
          </a:xfrm>
          <a:custGeom>
            <a:rect b="b" l="l" r="r" t="t"/>
            <a:pathLst>
              <a:path extrusionOk="0" h="1271" w="2541">
                <a:moveTo>
                  <a:pt x="0" y="0"/>
                </a:moveTo>
                <a:cubicBezTo>
                  <a:pt x="1905" y="0"/>
                  <a:pt x="2540" y="1270"/>
                  <a:pt x="2540" y="1270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68"/>
          <p:cNvSpPr/>
          <p:nvPr/>
        </p:nvSpPr>
        <p:spPr>
          <a:xfrm>
            <a:off x="1889640" y="1616040"/>
            <a:ext cx="980280" cy="468720"/>
          </a:xfrm>
          <a:custGeom>
            <a:rect b="b" l="l" r="r" t="t"/>
            <a:pathLst>
              <a:path extrusionOk="0" h="1302" w="2723">
                <a:moveTo>
                  <a:pt x="2722" y="0"/>
                </a:moveTo>
                <a:cubicBezTo>
                  <a:pt x="1331" y="1301"/>
                  <a:pt x="0" y="806"/>
                  <a:pt x="0" y="806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68"/>
          <p:cNvSpPr/>
          <p:nvPr/>
        </p:nvSpPr>
        <p:spPr>
          <a:xfrm>
            <a:off x="192816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8"/>
          <p:cNvSpPr/>
          <p:nvPr/>
        </p:nvSpPr>
        <p:spPr>
          <a:xfrm>
            <a:off x="174852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8"/>
          <p:cNvSpPr/>
          <p:nvPr/>
        </p:nvSpPr>
        <p:spPr>
          <a:xfrm>
            <a:off x="4303800" y="14130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+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9" name="Google Shape;569;p68"/>
          <p:cNvGraphicFramePr/>
          <p:nvPr/>
        </p:nvGraphicFramePr>
        <p:xfrm>
          <a:off x="2286360" y="2515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{F29AD2FD-5DCC-4CEF-BF5B-EE73845AAF0F}</a:tableStyleId>
              </a:tblPr>
              <a:tblGrid>
                <a:gridCol w="1768325"/>
                <a:gridCol w="1768325"/>
                <a:gridCol w="1769750"/>
              </a:tblGrid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 = A          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0" name="Google Shape;570;p68"/>
          <p:cNvSpPr/>
          <p:nvPr/>
        </p:nvSpPr>
        <p:spPr>
          <a:xfrm>
            <a:off x="6716160" y="24930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+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9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XOR Gate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69"/>
          <p:cNvCxnSpPr/>
          <p:nvPr/>
        </p:nvCxnSpPr>
        <p:spPr>
          <a:xfrm>
            <a:off x="1155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69"/>
          <p:cNvCxnSpPr/>
          <p:nvPr/>
        </p:nvCxnSpPr>
        <p:spPr>
          <a:xfrm>
            <a:off x="1155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69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69"/>
          <p:cNvSpPr txBox="1"/>
          <p:nvPr/>
        </p:nvSpPr>
        <p:spPr>
          <a:xfrm>
            <a:off x="831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9"/>
          <p:cNvSpPr txBox="1"/>
          <p:nvPr/>
        </p:nvSpPr>
        <p:spPr>
          <a:xfrm>
            <a:off x="831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69"/>
          <p:cNvSpPr txBox="1"/>
          <p:nvPr/>
        </p:nvSpPr>
        <p:spPr>
          <a:xfrm>
            <a:off x="3603600" y="1412280"/>
            <a:ext cx="2881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       B  = A’.B + A.B’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69"/>
          <p:cNvSpPr/>
          <p:nvPr/>
        </p:nvSpPr>
        <p:spPr>
          <a:xfrm>
            <a:off x="1922400" y="1159560"/>
            <a:ext cx="914760" cy="457560"/>
          </a:xfrm>
          <a:custGeom>
            <a:rect b="b" l="l" r="r" t="t"/>
            <a:pathLst>
              <a:path extrusionOk="0" h="1271" w="2541">
                <a:moveTo>
                  <a:pt x="0" y="0"/>
                </a:moveTo>
                <a:cubicBezTo>
                  <a:pt x="1905" y="0"/>
                  <a:pt x="2540" y="1270"/>
                  <a:pt x="2540" y="1270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9"/>
          <p:cNvSpPr/>
          <p:nvPr/>
        </p:nvSpPr>
        <p:spPr>
          <a:xfrm>
            <a:off x="1889640" y="1616040"/>
            <a:ext cx="980280" cy="468720"/>
          </a:xfrm>
          <a:custGeom>
            <a:rect b="b" l="l" r="r" t="t"/>
            <a:pathLst>
              <a:path extrusionOk="0" h="1302" w="2723">
                <a:moveTo>
                  <a:pt x="2722" y="0"/>
                </a:moveTo>
                <a:cubicBezTo>
                  <a:pt x="1331" y="1301"/>
                  <a:pt x="0" y="806"/>
                  <a:pt x="0" y="806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9"/>
          <p:cNvSpPr/>
          <p:nvPr/>
        </p:nvSpPr>
        <p:spPr>
          <a:xfrm>
            <a:off x="192816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9"/>
          <p:cNvSpPr/>
          <p:nvPr/>
        </p:nvSpPr>
        <p:spPr>
          <a:xfrm>
            <a:off x="174852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9"/>
          <p:cNvSpPr/>
          <p:nvPr/>
        </p:nvSpPr>
        <p:spPr>
          <a:xfrm>
            <a:off x="4303800" y="14130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+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7" name="Google Shape;587;p69"/>
          <p:cNvCxnSpPr/>
          <p:nvPr/>
        </p:nvCxnSpPr>
        <p:spPr>
          <a:xfrm>
            <a:off x="942480" y="2739600"/>
            <a:ext cx="2989800" cy="3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8" name="Google Shape;588;p69"/>
          <p:cNvGrpSpPr/>
          <p:nvPr/>
        </p:nvGrpSpPr>
        <p:grpSpPr>
          <a:xfrm>
            <a:off x="3930840" y="2583000"/>
            <a:ext cx="1386000" cy="686160"/>
            <a:chOff x="3930840" y="2583000"/>
            <a:chExt cx="1386000" cy="686160"/>
          </a:xfrm>
        </p:grpSpPr>
        <p:cxnSp>
          <p:nvCxnSpPr>
            <p:cNvPr id="589" name="Google Shape;589;p69"/>
            <p:cNvCxnSpPr/>
            <p:nvPr/>
          </p:nvCxnSpPr>
          <p:spPr>
            <a:xfrm>
              <a:off x="3932280" y="258300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69"/>
            <p:cNvCxnSpPr/>
            <p:nvPr/>
          </p:nvCxnSpPr>
          <p:spPr>
            <a:xfrm>
              <a:off x="3930840" y="2595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69"/>
            <p:cNvCxnSpPr/>
            <p:nvPr/>
          </p:nvCxnSpPr>
          <p:spPr>
            <a:xfrm>
              <a:off x="3931200" y="3243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2" name="Google Shape;592;p69"/>
            <p:cNvSpPr/>
            <p:nvPr/>
          </p:nvSpPr>
          <p:spPr>
            <a:xfrm>
              <a:off x="4630680" y="258300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3" name="Google Shape;593;p69"/>
          <p:cNvSpPr txBox="1"/>
          <p:nvPr/>
        </p:nvSpPr>
        <p:spPr>
          <a:xfrm>
            <a:off x="438480" y="2564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69"/>
          <p:cNvGrpSpPr/>
          <p:nvPr/>
        </p:nvGrpSpPr>
        <p:grpSpPr>
          <a:xfrm>
            <a:off x="2107440" y="2945160"/>
            <a:ext cx="855360" cy="685800"/>
            <a:chOff x="2107440" y="2945160"/>
            <a:chExt cx="855360" cy="685800"/>
          </a:xfrm>
        </p:grpSpPr>
        <p:cxnSp>
          <p:nvCxnSpPr>
            <p:cNvPr id="595" name="Google Shape;595;p69"/>
            <p:cNvCxnSpPr/>
            <p:nvPr/>
          </p:nvCxnSpPr>
          <p:spPr>
            <a:xfrm>
              <a:off x="2107440" y="294516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6" name="Google Shape;596;p69"/>
            <p:cNvCxnSpPr/>
            <p:nvPr/>
          </p:nvCxnSpPr>
          <p:spPr>
            <a:xfrm>
              <a:off x="2107440" y="294516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69"/>
            <p:cNvCxnSpPr/>
            <p:nvPr/>
          </p:nvCxnSpPr>
          <p:spPr>
            <a:xfrm flipH="1" rot="10800000">
              <a:off x="2107440" y="327996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8" name="Google Shape;598;p69"/>
            <p:cNvSpPr/>
            <p:nvPr/>
          </p:nvSpPr>
          <p:spPr>
            <a:xfrm>
              <a:off x="2825640" y="320076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69"/>
          <p:cNvGrpSpPr/>
          <p:nvPr/>
        </p:nvGrpSpPr>
        <p:grpSpPr>
          <a:xfrm>
            <a:off x="2071440" y="3773520"/>
            <a:ext cx="855360" cy="685800"/>
            <a:chOff x="2071440" y="3773520"/>
            <a:chExt cx="855360" cy="685800"/>
          </a:xfrm>
        </p:grpSpPr>
        <p:cxnSp>
          <p:nvCxnSpPr>
            <p:cNvPr id="600" name="Google Shape;600;p69"/>
            <p:cNvCxnSpPr/>
            <p:nvPr/>
          </p:nvCxnSpPr>
          <p:spPr>
            <a:xfrm>
              <a:off x="2071440" y="377352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1" name="Google Shape;601;p69"/>
            <p:cNvCxnSpPr/>
            <p:nvPr/>
          </p:nvCxnSpPr>
          <p:spPr>
            <a:xfrm>
              <a:off x="2071440" y="377352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p69"/>
            <p:cNvCxnSpPr/>
            <p:nvPr/>
          </p:nvCxnSpPr>
          <p:spPr>
            <a:xfrm flipH="1" rot="10800000">
              <a:off x="2071440" y="410832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3" name="Google Shape;603;p69"/>
            <p:cNvSpPr/>
            <p:nvPr/>
          </p:nvSpPr>
          <p:spPr>
            <a:xfrm>
              <a:off x="2789640" y="402912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04" name="Google Shape;604;p69"/>
          <p:cNvCxnSpPr/>
          <p:nvPr/>
        </p:nvCxnSpPr>
        <p:spPr>
          <a:xfrm>
            <a:off x="1344600" y="3999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69"/>
          <p:cNvSpPr txBox="1"/>
          <p:nvPr/>
        </p:nvSpPr>
        <p:spPr>
          <a:xfrm>
            <a:off x="444600" y="4580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69"/>
          <p:cNvCxnSpPr/>
          <p:nvPr/>
        </p:nvCxnSpPr>
        <p:spPr>
          <a:xfrm>
            <a:off x="1162800" y="2755800"/>
            <a:ext cx="204840" cy="541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69"/>
          <p:cNvCxnSpPr/>
          <p:nvPr/>
        </p:nvCxnSpPr>
        <p:spPr>
          <a:xfrm>
            <a:off x="1367640" y="3297600"/>
            <a:ext cx="7077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69"/>
          <p:cNvCxnSpPr/>
          <p:nvPr/>
        </p:nvCxnSpPr>
        <p:spPr>
          <a:xfrm flipH="1" rot="10800000">
            <a:off x="2926800" y="2971800"/>
            <a:ext cx="1005480" cy="10573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69"/>
          <p:cNvCxnSpPr/>
          <p:nvPr/>
        </p:nvCxnSpPr>
        <p:spPr>
          <a:xfrm>
            <a:off x="5584680" y="403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0" name="Google Shape;610;p69"/>
          <p:cNvGrpSpPr/>
          <p:nvPr/>
        </p:nvGrpSpPr>
        <p:grpSpPr>
          <a:xfrm>
            <a:off x="3895200" y="4167000"/>
            <a:ext cx="1386000" cy="686160"/>
            <a:chOff x="3895200" y="4167000"/>
            <a:chExt cx="1386000" cy="686160"/>
          </a:xfrm>
        </p:grpSpPr>
        <p:cxnSp>
          <p:nvCxnSpPr>
            <p:cNvPr id="611" name="Google Shape;611;p69"/>
            <p:cNvCxnSpPr/>
            <p:nvPr/>
          </p:nvCxnSpPr>
          <p:spPr>
            <a:xfrm>
              <a:off x="3896640" y="416700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2" name="Google Shape;612;p69"/>
            <p:cNvCxnSpPr/>
            <p:nvPr/>
          </p:nvCxnSpPr>
          <p:spPr>
            <a:xfrm>
              <a:off x="3895200" y="4179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3" name="Google Shape;613;p69"/>
            <p:cNvCxnSpPr/>
            <p:nvPr/>
          </p:nvCxnSpPr>
          <p:spPr>
            <a:xfrm>
              <a:off x="3895560" y="482760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4" name="Google Shape;614;p69"/>
            <p:cNvSpPr/>
            <p:nvPr/>
          </p:nvSpPr>
          <p:spPr>
            <a:xfrm>
              <a:off x="4595040" y="416700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5" name="Google Shape;615;p69"/>
          <p:cNvGrpSpPr/>
          <p:nvPr/>
        </p:nvGrpSpPr>
        <p:grpSpPr>
          <a:xfrm>
            <a:off x="6209640" y="3391560"/>
            <a:ext cx="980280" cy="925200"/>
            <a:chOff x="6209640" y="3391560"/>
            <a:chExt cx="980280" cy="925200"/>
          </a:xfrm>
        </p:grpSpPr>
        <p:sp>
          <p:nvSpPr>
            <p:cNvPr id="616" name="Google Shape;616;p69"/>
            <p:cNvSpPr/>
            <p:nvPr/>
          </p:nvSpPr>
          <p:spPr>
            <a:xfrm>
              <a:off x="6242400" y="339156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9"/>
            <p:cNvSpPr/>
            <p:nvPr/>
          </p:nvSpPr>
          <p:spPr>
            <a:xfrm>
              <a:off x="6209640" y="384804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9"/>
            <p:cNvSpPr/>
            <p:nvPr/>
          </p:nvSpPr>
          <p:spPr>
            <a:xfrm>
              <a:off x="6248160" y="341136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19" name="Google Shape;619;p69"/>
          <p:cNvCxnSpPr/>
          <p:nvPr/>
        </p:nvCxnSpPr>
        <p:spPr>
          <a:xfrm>
            <a:off x="5587200" y="3495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69"/>
          <p:cNvCxnSpPr/>
          <p:nvPr/>
        </p:nvCxnSpPr>
        <p:spPr>
          <a:xfrm>
            <a:off x="7171200" y="3819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p69"/>
          <p:cNvSpPr txBox="1"/>
          <p:nvPr/>
        </p:nvSpPr>
        <p:spPr>
          <a:xfrm>
            <a:off x="8002080" y="3552840"/>
            <a:ext cx="1368720" cy="3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A’.B + A.B’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69"/>
          <p:cNvCxnSpPr/>
          <p:nvPr/>
        </p:nvCxnSpPr>
        <p:spPr>
          <a:xfrm>
            <a:off x="1020960" y="4755600"/>
            <a:ext cx="28746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69"/>
          <p:cNvCxnSpPr/>
          <p:nvPr/>
        </p:nvCxnSpPr>
        <p:spPr>
          <a:xfrm flipH="1" rot="10800000">
            <a:off x="1143000" y="3999600"/>
            <a:ext cx="201600" cy="756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69"/>
          <p:cNvCxnSpPr/>
          <p:nvPr/>
        </p:nvCxnSpPr>
        <p:spPr>
          <a:xfrm>
            <a:off x="2926800" y="3337920"/>
            <a:ext cx="969840" cy="1005480"/>
          </a:xfrm>
          <a:prstGeom prst="straightConnector1">
            <a:avLst/>
          </a:prstGeom>
          <a:noFill/>
          <a:ln cap="flat" cmpd="sng" w="108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69"/>
          <p:cNvCxnSpPr/>
          <p:nvPr/>
        </p:nvCxnSpPr>
        <p:spPr>
          <a:xfrm>
            <a:off x="4935600" y="2971800"/>
            <a:ext cx="651600" cy="523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69"/>
          <p:cNvCxnSpPr/>
          <p:nvPr/>
        </p:nvCxnSpPr>
        <p:spPr>
          <a:xfrm flipH="1" rot="10800000">
            <a:off x="4899960" y="4035600"/>
            <a:ext cx="684720" cy="5364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0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XNOR Gate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70"/>
          <p:cNvCxnSpPr/>
          <p:nvPr/>
        </p:nvCxnSpPr>
        <p:spPr>
          <a:xfrm>
            <a:off x="1155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70"/>
          <p:cNvCxnSpPr/>
          <p:nvPr/>
        </p:nvCxnSpPr>
        <p:spPr>
          <a:xfrm>
            <a:off x="1155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4" name="Google Shape;634;p70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70"/>
          <p:cNvSpPr txBox="1"/>
          <p:nvPr/>
        </p:nvSpPr>
        <p:spPr>
          <a:xfrm>
            <a:off x="831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0"/>
          <p:cNvSpPr txBox="1"/>
          <p:nvPr/>
        </p:nvSpPr>
        <p:spPr>
          <a:xfrm>
            <a:off x="831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70"/>
          <p:cNvSpPr txBox="1"/>
          <p:nvPr/>
        </p:nvSpPr>
        <p:spPr>
          <a:xfrm>
            <a:off x="3603600" y="1412280"/>
            <a:ext cx="1386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      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0"/>
          <p:cNvSpPr/>
          <p:nvPr/>
        </p:nvSpPr>
        <p:spPr>
          <a:xfrm>
            <a:off x="1922400" y="1159560"/>
            <a:ext cx="914760" cy="457560"/>
          </a:xfrm>
          <a:custGeom>
            <a:rect b="b" l="l" r="r" t="t"/>
            <a:pathLst>
              <a:path extrusionOk="0" h="1271" w="2541">
                <a:moveTo>
                  <a:pt x="0" y="0"/>
                </a:moveTo>
                <a:cubicBezTo>
                  <a:pt x="1905" y="0"/>
                  <a:pt x="2540" y="1270"/>
                  <a:pt x="2540" y="1270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70"/>
          <p:cNvSpPr/>
          <p:nvPr/>
        </p:nvSpPr>
        <p:spPr>
          <a:xfrm>
            <a:off x="1889640" y="1616040"/>
            <a:ext cx="980280" cy="468720"/>
          </a:xfrm>
          <a:custGeom>
            <a:rect b="b" l="l" r="r" t="t"/>
            <a:pathLst>
              <a:path extrusionOk="0" h="1302" w="2723">
                <a:moveTo>
                  <a:pt x="2722" y="0"/>
                </a:moveTo>
                <a:cubicBezTo>
                  <a:pt x="1331" y="1301"/>
                  <a:pt x="0" y="806"/>
                  <a:pt x="0" y="806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0"/>
          <p:cNvSpPr/>
          <p:nvPr/>
        </p:nvSpPr>
        <p:spPr>
          <a:xfrm>
            <a:off x="192816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70"/>
          <p:cNvSpPr/>
          <p:nvPr/>
        </p:nvSpPr>
        <p:spPr>
          <a:xfrm>
            <a:off x="174852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70"/>
          <p:cNvSpPr/>
          <p:nvPr/>
        </p:nvSpPr>
        <p:spPr>
          <a:xfrm>
            <a:off x="4303800" y="14130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70"/>
          <p:cNvSpPr/>
          <p:nvPr/>
        </p:nvSpPr>
        <p:spPr>
          <a:xfrm>
            <a:off x="2822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70"/>
          <p:cNvSpPr txBox="1"/>
          <p:nvPr/>
        </p:nvSpPr>
        <p:spPr>
          <a:xfrm>
            <a:off x="3603600" y="1952640"/>
            <a:ext cx="15145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 = (A        B)’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0"/>
          <p:cNvSpPr/>
          <p:nvPr/>
        </p:nvSpPr>
        <p:spPr>
          <a:xfrm>
            <a:off x="4303800" y="195336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+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6" name="Google Shape;646;p70"/>
          <p:cNvGraphicFramePr/>
          <p:nvPr/>
        </p:nvGraphicFramePr>
        <p:xfrm>
          <a:off x="228600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{F29AD2FD-5DCC-4CEF-BF5B-EE73845AAF0F}</a:tableStyleId>
              </a:tblPr>
              <a:tblGrid>
                <a:gridCol w="1768325"/>
                <a:gridCol w="1768325"/>
                <a:gridCol w="1769750"/>
              </a:tblGrid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 = A          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7" name="Google Shape;647;p70"/>
          <p:cNvSpPr/>
          <p:nvPr/>
        </p:nvSpPr>
        <p:spPr>
          <a:xfrm>
            <a:off x="6716160" y="24930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1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XNOR Gate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71"/>
          <p:cNvCxnSpPr/>
          <p:nvPr/>
        </p:nvCxnSpPr>
        <p:spPr>
          <a:xfrm>
            <a:off x="1155600" y="1371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71"/>
          <p:cNvCxnSpPr/>
          <p:nvPr/>
        </p:nvCxnSpPr>
        <p:spPr>
          <a:xfrm>
            <a:off x="1155960" y="176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71"/>
          <p:cNvCxnSpPr/>
          <p:nvPr/>
        </p:nvCxnSpPr>
        <p:spPr>
          <a:xfrm>
            <a:off x="2811960" y="158760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p71"/>
          <p:cNvSpPr txBox="1"/>
          <p:nvPr/>
        </p:nvSpPr>
        <p:spPr>
          <a:xfrm>
            <a:off x="831600" y="1196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71"/>
          <p:cNvSpPr txBox="1"/>
          <p:nvPr/>
        </p:nvSpPr>
        <p:spPr>
          <a:xfrm>
            <a:off x="831600" y="159228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71"/>
          <p:cNvSpPr txBox="1"/>
          <p:nvPr/>
        </p:nvSpPr>
        <p:spPr>
          <a:xfrm>
            <a:off x="3603600" y="1412280"/>
            <a:ext cx="1386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X = A       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1"/>
          <p:cNvSpPr/>
          <p:nvPr/>
        </p:nvSpPr>
        <p:spPr>
          <a:xfrm>
            <a:off x="1922400" y="1159560"/>
            <a:ext cx="914760" cy="457560"/>
          </a:xfrm>
          <a:custGeom>
            <a:rect b="b" l="l" r="r" t="t"/>
            <a:pathLst>
              <a:path extrusionOk="0" h="1271" w="2541">
                <a:moveTo>
                  <a:pt x="0" y="0"/>
                </a:moveTo>
                <a:cubicBezTo>
                  <a:pt x="1905" y="0"/>
                  <a:pt x="2540" y="1270"/>
                  <a:pt x="2540" y="1270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71"/>
          <p:cNvSpPr/>
          <p:nvPr/>
        </p:nvSpPr>
        <p:spPr>
          <a:xfrm>
            <a:off x="1889640" y="1616040"/>
            <a:ext cx="980280" cy="468720"/>
          </a:xfrm>
          <a:custGeom>
            <a:rect b="b" l="l" r="r" t="t"/>
            <a:pathLst>
              <a:path extrusionOk="0" h="1302" w="2723">
                <a:moveTo>
                  <a:pt x="2722" y="0"/>
                </a:moveTo>
                <a:cubicBezTo>
                  <a:pt x="1331" y="1301"/>
                  <a:pt x="0" y="806"/>
                  <a:pt x="0" y="806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71"/>
          <p:cNvSpPr/>
          <p:nvPr/>
        </p:nvSpPr>
        <p:spPr>
          <a:xfrm>
            <a:off x="192816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71"/>
          <p:cNvSpPr/>
          <p:nvPr/>
        </p:nvSpPr>
        <p:spPr>
          <a:xfrm>
            <a:off x="1748520" y="1179360"/>
            <a:ext cx="686160" cy="686160"/>
          </a:xfrm>
          <a:custGeom>
            <a:rect b="b" l="l" r="r" t="t"/>
            <a:pathLst>
              <a:path extrusionOk="0" h="1906" w="1906">
                <a:moveTo>
                  <a:pt x="0" y="0"/>
                </a:moveTo>
                <a:cubicBezTo>
                  <a:pt x="1905" y="1270"/>
                  <a:pt x="0" y="1905"/>
                  <a:pt x="0" y="1905"/>
                </a:cubicBez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1"/>
          <p:cNvSpPr/>
          <p:nvPr/>
        </p:nvSpPr>
        <p:spPr>
          <a:xfrm>
            <a:off x="4303800" y="141300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71"/>
          <p:cNvSpPr/>
          <p:nvPr/>
        </p:nvSpPr>
        <p:spPr>
          <a:xfrm>
            <a:off x="2822400" y="1508400"/>
            <a:ext cx="137160" cy="13716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71"/>
          <p:cNvSpPr txBox="1"/>
          <p:nvPr/>
        </p:nvSpPr>
        <p:spPr>
          <a:xfrm>
            <a:off x="3603600" y="1952640"/>
            <a:ext cx="15145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 = (A        B)’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1"/>
          <p:cNvSpPr/>
          <p:nvPr/>
        </p:nvSpPr>
        <p:spPr>
          <a:xfrm>
            <a:off x="4303800" y="1953360"/>
            <a:ext cx="359640" cy="35964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+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7" name="Google Shape;667;p71"/>
          <p:cNvCxnSpPr/>
          <p:nvPr/>
        </p:nvCxnSpPr>
        <p:spPr>
          <a:xfrm>
            <a:off x="1374480" y="2742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p71"/>
          <p:cNvCxnSpPr/>
          <p:nvPr/>
        </p:nvCxnSpPr>
        <p:spPr>
          <a:xfrm>
            <a:off x="1374840" y="3138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9" name="Google Shape;669;p71"/>
          <p:cNvGrpSpPr/>
          <p:nvPr/>
        </p:nvGrpSpPr>
        <p:grpSpPr>
          <a:xfrm>
            <a:off x="2058840" y="2585880"/>
            <a:ext cx="1386000" cy="686160"/>
            <a:chOff x="2058840" y="2585880"/>
            <a:chExt cx="1386000" cy="686160"/>
          </a:xfrm>
        </p:grpSpPr>
        <p:cxnSp>
          <p:nvCxnSpPr>
            <p:cNvPr id="670" name="Google Shape;670;p71"/>
            <p:cNvCxnSpPr/>
            <p:nvPr/>
          </p:nvCxnSpPr>
          <p:spPr>
            <a:xfrm>
              <a:off x="2060280" y="258588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71"/>
            <p:cNvCxnSpPr/>
            <p:nvPr/>
          </p:nvCxnSpPr>
          <p:spPr>
            <a:xfrm>
              <a:off x="2058840" y="259848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71"/>
            <p:cNvCxnSpPr/>
            <p:nvPr/>
          </p:nvCxnSpPr>
          <p:spPr>
            <a:xfrm>
              <a:off x="2059200" y="324648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3" name="Google Shape;673;p71"/>
            <p:cNvSpPr/>
            <p:nvPr/>
          </p:nvSpPr>
          <p:spPr>
            <a:xfrm>
              <a:off x="2758680" y="258588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74" name="Google Shape;674;p71"/>
          <p:cNvCxnSpPr/>
          <p:nvPr/>
        </p:nvCxnSpPr>
        <p:spPr>
          <a:xfrm>
            <a:off x="3066840" y="2958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p71"/>
          <p:cNvSpPr txBox="1"/>
          <p:nvPr/>
        </p:nvSpPr>
        <p:spPr>
          <a:xfrm>
            <a:off x="1050480" y="256716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71"/>
          <p:cNvSpPr txBox="1"/>
          <p:nvPr/>
        </p:nvSpPr>
        <p:spPr>
          <a:xfrm>
            <a:off x="1050480" y="296316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7" name="Google Shape;677;p71"/>
          <p:cNvGrpSpPr/>
          <p:nvPr/>
        </p:nvGrpSpPr>
        <p:grpSpPr>
          <a:xfrm>
            <a:off x="2107440" y="3380040"/>
            <a:ext cx="855360" cy="685800"/>
            <a:chOff x="2107440" y="3380040"/>
            <a:chExt cx="855360" cy="685800"/>
          </a:xfrm>
        </p:grpSpPr>
        <p:cxnSp>
          <p:nvCxnSpPr>
            <p:cNvPr id="678" name="Google Shape;678;p71"/>
            <p:cNvCxnSpPr/>
            <p:nvPr/>
          </p:nvCxnSpPr>
          <p:spPr>
            <a:xfrm>
              <a:off x="2107440" y="338004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71"/>
            <p:cNvCxnSpPr/>
            <p:nvPr/>
          </p:nvCxnSpPr>
          <p:spPr>
            <a:xfrm>
              <a:off x="2107440" y="338004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71"/>
            <p:cNvCxnSpPr/>
            <p:nvPr/>
          </p:nvCxnSpPr>
          <p:spPr>
            <a:xfrm flipH="1" rot="10800000">
              <a:off x="2107440" y="371484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1" name="Google Shape;681;p71"/>
            <p:cNvSpPr/>
            <p:nvPr/>
          </p:nvSpPr>
          <p:spPr>
            <a:xfrm>
              <a:off x="2825640" y="363564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2" name="Google Shape;682;p71"/>
          <p:cNvGrpSpPr/>
          <p:nvPr/>
        </p:nvGrpSpPr>
        <p:grpSpPr>
          <a:xfrm>
            <a:off x="2107440" y="4424400"/>
            <a:ext cx="855360" cy="685800"/>
            <a:chOff x="2107440" y="4424400"/>
            <a:chExt cx="855360" cy="685800"/>
          </a:xfrm>
        </p:grpSpPr>
        <p:cxnSp>
          <p:nvCxnSpPr>
            <p:cNvPr id="683" name="Google Shape;683;p71"/>
            <p:cNvCxnSpPr/>
            <p:nvPr/>
          </p:nvCxnSpPr>
          <p:spPr>
            <a:xfrm>
              <a:off x="2107440" y="442440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4" name="Google Shape;684;p71"/>
            <p:cNvCxnSpPr/>
            <p:nvPr/>
          </p:nvCxnSpPr>
          <p:spPr>
            <a:xfrm>
              <a:off x="2107440" y="4424400"/>
              <a:ext cx="741240" cy="334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5" name="Google Shape;685;p71"/>
            <p:cNvCxnSpPr/>
            <p:nvPr/>
          </p:nvCxnSpPr>
          <p:spPr>
            <a:xfrm flipH="1" rot="10800000">
              <a:off x="2107440" y="4759200"/>
              <a:ext cx="741240" cy="3510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6" name="Google Shape;686;p71"/>
            <p:cNvSpPr/>
            <p:nvPr/>
          </p:nvSpPr>
          <p:spPr>
            <a:xfrm>
              <a:off x="2825640" y="4680000"/>
              <a:ext cx="137160" cy="137160"/>
            </a:xfrm>
            <a:prstGeom prst="ellipse">
              <a:avLst/>
            </a:prstGeom>
            <a:solidFill>
              <a:srgbClr val="333333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87" name="Google Shape;687;p71"/>
          <p:cNvCxnSpPr/>
          <p:nvPr/>
        </p:nvCxnSpPr>
        <p:spPr>
          <a:xfrm>
            <a:off x="1377720" y="3714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8" name="Google Shape;688;p71"/>
          <p:cNvSpPr txBox="1"/>
          <p:nvPr/>
        </p:nvSpPr>
        <p:spPr>
          <a:xfrm>
            <a:off x="1053720" y="353916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p71"/>
          <p:cNvCxnSpPr/>
          <p:nvPr/>
        </p:nvCxnSpPr>
        <p:spPr>
          <a:xfrm>
            <a:off x="1380600" y="4758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71"/>
          <p:cNvSpPr txBox="1"/>
          <p:nvPr/>
        </p:nvSpPr>
        <p:spPr>
          <a:xfrm>
            <a:off x="1056600" y="458316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p71"/>
          <p:cNvCxnSpPr/>
          <p:nvPr/>
        </p:nvCxnSpPr>
        <p:spPr>
          <a:xfrm>
            <a:off x="2962800" y="3694680"/>
            <a:ext cx="240840" cy="2286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71"/>
          <p:cNvCxnSpPr/>
          <p:nvPr/>
        </p:nvCxnSpPr>
        <p:spPr>
          <a:xfrm>
            <a:off x="3203640" y="3923280"/>
            <a:ext cx="7077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71"/>
          <p:cNvCxnSpPr/>
          <p:nvPr/>
        </p:nvCxnSpPr>
        <p:spPr>
          <a:xfrm>
            <a:off x="3239640" y="4463280"/>
            <a:ext cx="7077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4" name="Google Shape;694;p71"/>
          <p:cNvCxnSpPr/>
          <p:nvPr/>
        </p:nvCxnSpPr>
        <p:spPr>
          <a:xfrm flipH="1" rot="10800000">
            <a:off x="2962800" y="4463280"/>
            <a:ext cx="276840" cy="21672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71"/>
          <p:cNvCxnSpPr/>
          <p:nvPr/>
        </p:nvCxnSpPr>
        <p:spPr>
          <a:xfrm>
            <a:off x="4864680" y="4182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96" name="Google Shape;696;p71"/>
          <p:cNvGrpSpPr/>
          <p:nvPr/>
        </p:nvGrpSpPr>
        <p:grpSpPr>
          <a:xfrm>
            <a:off x="3895200" y="3845880"/>
            <a:ext cx="1386000" cy="686160"/>
            <a:chOff x="3895200" y="3845880"/>
            <a:chExt cx="1386000" cy="686160"/>
          </a:xfrm>
        </p:grpSpPr>
        <p:cxnSp>
          <p:nvCxnSpPr>
            <p:cNvPr id="697" name="Google Shape;697;p71"/>
            <p:cNvCxnSpPr/>
            <p:nvPr/>
          </p:nvCxnSpPr>
          <p:spPr>
            <a:xfrm>
              <a:off x="3896640" y="3845880"/>
              <a:ext cx="0" cy="68580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8" name="Google Shape;698;p71"/>
            <p:cNvCxnSpPr/>
            <p:nvPr/>
          </p:nvCxnSpPr>
          <p:spPr>
            <a:xfrm>
              <a:off x="3895200" y="385848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9" name="Google Shape;699;p71"/>
            <p:cNvCxnSpPr/>
            <p:nvPr/>
          </p:nvCxnSpPr>
          <p:spPr>
            <a:xfrm>
              <a:off x="3895560" y="4506480"/>
              <a:ext cx="685800" cy="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0" name="Google Shape;700;p71"/>
            <p:cNvSpPr/>
            <p:nvPr/>
          </p:nvSpPr>
          <p:spPr>
            <a:xfrm>
              <a:off x="4595040" y="384588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1" name="Google Shape;701;p71"/>
          <p:cNvGrpSpPr/>
          <p:nvPr/>
        </p:nvGrpSpPr>
        <p:grpSpPr>
          <a:xfrm>
            <a:off x="5489640" y="3538440"/>
            <a:ext cx="980280" cy="925200"/>
            <a:chOff x="5489640" y="3538440"/>
            <a:chExt cx="980280" cy="925200"/>
          </a:xfrm>
        </p:grpSpPr>
        <p:sp>
          <p:nvSpPr>
            <p:cNvPr id="702" name="Google Shape;702;p71"/>
            <p:cNvSpPr/>
            <p:nvPr/>
          </p:nvSpPr>
          <p:spPr>
            <a:xfrm>
              <a:off x="5522400" y="3538440"/>
              <a:ext cx="914760" cy="457560"/>
            </a:xfrm>
            <a:custGeom>
              <a:rect b="b" l="l" r="r" t="t"/>
              <a:pathLst>
                <a:path extrusionOk="0" h="1271" w="2541">
                  <a:moveTo>
                    <a:pt x="0" y="0"/>
                  </a:moveTo>
                  <a:cubicBezTo>
                    <a:pt x="1905" y="0"/>
                    <a:pt x="2540" y="1270"/>
                    <a:pt x="2540" y="1270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71"/>
            <p:cNvSpPr/>
            <p:nvPr/>
          </p:nvSpPr>
          <p:spPr>
            <a:xfrm>
              <a:off x="5489640" y="3994920"/>
              <a:ext cx="980280" cy="468720"/>
            </a:xfrm>
            <a:custGeom>
              <a:rect b="b" l="l" r="r" t="t"/>
              <a:pathLst>
                <a:path extrusionOk="0" h="1302" w="2723">
                  <a:moveTo>
                    <a:pt x="2722" y="0"/>
                  </a:moveTo>
                  <a:cubicBezTo>
                    <a:pt x="1331" y="1301"/>
                    <a:pt x="0" y="806"/>
                    <a:pt x="0" y="806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71"/>
            <p:cNvSpPr/>
            <p:nvPr/>
          </p:nvSpPr>
          <p:spPr>
            <a:xfrm>
              <a:off x="5528160" y="3558240"/>
              <a:ext cx="686160" cy="686160"/>
            </a:xfrm>
            <a:custGeom>
              <a:rect b="b" l="l" r="r" t="t"/>
              <a:pathLst>
                <a:path extrusionOk="0" h="1906" w="1906">
                  <a:moveTo>
                    <a:pt x="0" y="0"/>
                  </a:moveTo>
                  <a:cubicBezTo>
                    <a:pt x="1905" y="1270"/>
                    <a:pt x="0" y="1905"/>
                    <a:pt x="0" y="1905"/>
                  </a:cubicBezTo>
                </a:path>
              </a:pathLst>
            </a:cu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05" name="Google Shape;705;p71"/>
          <p:cNvCxnSpPr/>
          <p:nvPr/>
        </p:nvCxnSpPr>
        <p:spPr>
          <a:xfrm>
            <a:off x="4867200" y="3642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71"/>
          <p:cNvCxnSpPr/>
          <p:nvPr/>
        </p:nvCxnSpPr>
        <p:spPr>
          <a:xfrm rot="10800000">
            <a:off x="3752640" y="2958480"/>
            <a:ext cx="1114560" cy="684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71"/>
          <p:cNvCxnSpPr/>
          <p:nvPr/>
        </p:nvCxnSpPr>
        <p:spPr>
          <a:xfrm>
            <a:off x="6451200" y="3966480"/>
            <a:ext cx="6858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8" name="Google Shape;708;p71"/>
          <p:cNvSpPr txBox="1"/>
          <p:nvPr/>
        </p:nvSpPr>
        <p:spPr>
          <a:xfrm>
            <a:off x="3200400" y="2566080"/>
            <a:ext cx="549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A.B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71"/>
          <p:cNvSpPr txBox="1"/>
          <p:nvPr/>
        </p:nvSpPr>
        <p:spPr>
          <a:xfrm>
            <a:off x="3321000" y="3624480"/>
            <a:ext cx="3668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71"/>
          <p:cNvSpPr txBox="1"/>
          <p:nvPr/>
        </p:nvSpPr>
        <p:spPr>
          <a:xfrm>
            <a:off x="3321360" y="4164480"/>
            <a:ext cx="3841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1"/>
          <p:cNvSpPr txBox="1"/>
          <p:nvPr/>
        </p:nvSpPr>
        <p:spPr>
          <a:xfrm>
            <a:off x="4856400" y="4186080"/>
            <a:ext cx="633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A’.B’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71"/>
          <p:cNvSpPr txBox="1"/>
          <p:nvPr/>
        </p:nvSpPr>
        <p:spPr>
          <a:xfrm>
            <a:off x="7066080" y="3735720"/>
            <a:ext cx="1368720" cy="3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A.B + A’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