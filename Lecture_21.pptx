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12.xml" ContentType="application/vnd.openxmlformats-officedocument.theme+xml"/>
  <Override PartName="/ppt/theme/theme49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  <p:sldMasterId id="2147483712" r:id="rId34"/>
    <p:sldMasterId id="2147483714" r:id="rId35"/>
    <p:sldMasterId id="2147483716" r:id="rId36"/>
    <p:sldMasterId id="2147483718" r:id="rId37"/>
    <p:sldMasterId id="2147483720" r:id="rId38"/>
    <p:sldMasterId id="2147483722" r:id="rId39"/>
    <p:sldMasterId id="2147483724" r:id="rId40"/>
    <p:sldMasterId id="2147483726" r:id="rId41"/>
    <p:sldMasterId id="2147483728" r:id="rId42"/>
    <p:sldMasterId id="2147483730" r:id="rId43"/>
    <p:sldMasterId id="2147483732" r:id="rId44"/>
    <p:sldMasterId id="2147483734" r:id="rId45"/>
    <p:sldMasterId id="2147483736" r:id="rId46"/>
    <p:sldMasterId id="2147483738" r:id="rId47"/>
    <p:sldMasterId id="2147483740" r:id="rId48"/>
    <p:sldMasterId id="2147483742" r:id="rId49"/>
    <p:sldMasterId id="2147483744" r:id="rId50"/>
  </p:sldMasterIdLst>
  <p:sldIdLst>
    <p:sldId id="256" r:id="rId51"/>
    <p:sldId id="257" r:id="rId52"/>
    <p:sldId id="258" r:id="rId53"/>
    <p:sldId id="259" r:id="rId54"/>
    <p:sldId id="260" r:id="rId55"/>
    <p:sldId id="261" r:id="rId56"/>
    <p:sldId id="262" r:id="rId57"/>
    <p:sldId id="263" r:id="rId58"/>
    <p:sldId id="264" r:id="rId59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" Target="slides/slide1.xml"/><Relationship Id="rId52" Type="http://schemas.openxmlformats.org/officeDocument/2006/relationships/slide" Target="slides/slide2.xml"/><Relationship Id="rId53" Type="http://schemas.openxmlformats.org/officeDocument/2006/relationships/slide" Target="slides/slide3.xml"/><Relationship Id="rId54" Type="http://schemas.openxmlformats.org/officeDocument/2006/relationships/slide" Target="slides/slide4.xml"/><Relationship Id="rId55" Type="http://schemas.openxmlformats.org/officeDocument/2006/relationships/slide" Target="slides/slide5.xml"/><Relationship Id="rId56" Type="http://schemas.openxmlformats.org/officeDocument/2006/relationships/slide" Target="slides/slide6.xml"/><Relationship Id="rId57" Type="http://schemas.openxmlformats.org/officeDocument/2006/relationships/slide" Target="slides/slide7.xml"/><Relationship Id="rId58" Type="http://schemas.openxmlformats.org/officeDocument/2006/relationships/slide" Target="slides/slide8.xml"/><Relationship Id="rId59" Type="http://schemas.openxmlformats.org/officeDocument/2006/relationships/slide" Target="slides/slide9.xml"/><Relationship Id="rId6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3280" y="303984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4656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514656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503280" y="303984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/>
          </p:nvPr>
        </p:nvSpPr>
        <p:spPr>
          <a:xfrm>
            <a:off x="514656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/>
          </p:nvPr>
        </p:nvSpPr>
        <p:spPr>
          <a:xfrm>
            <a:off x="514656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/>
          </p:nvPr>
        </p:nvSpPr>
        <p:spPr>
          <a:xfrm>
            <a:off x="503280" y="303984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PlaceHolder 5"/>
          <p:cNvSpPr>
            <a:spLocks noGrp="1"/>
          </p:cNvSpPr>
          <p:nvPr>
            <p:ph/>
          </p:nvPr>
        </p:nvSpPr>
        <p:spPr>
          <a:xfrm>
            <a:off x="514656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PlaceHolder 4"/>
          <p:cNvSpPr>
            <a:spLocks noGrp="1"/>
          </p:cNvSpPr>
          <p:nvPr>
            <p:ph/>
          </p:nvPr>
        </p:nvSpPr>
        <p:spPr>
          <a:xfrm>
            <a:off x="514656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PlaceHolder 3"/>
          <p:cNvSpPr>
            <a:spLocks noGrp="1"/>
          </p:cNvSpPr>
          <p:nvPr>
            <p:ph/>
          </p:nvPr>
        </p:nvSpPr>
        <p:spPr>
          <a:xfrm>
            <a:off x="503280" y="303984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514656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/>
          </p:nvPr>
        </p:nvSpPr>
        <p:spPr>
          <a:xfrm>
            <a:off x="5146560" y="303984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PlaceHolder 3"/>
          <p:cNvSpPr>
            <a:spLocks noGrp="1"/>
          </p:cNvSpPr>
          <p:nvPr>
            <p:ph/>
          </p:nvPr>
        </p:nvSpPr>
        <p:spPr>
          <a:xfrm>
            <a:off x="5146560" y="1325880"/>
            <a:ext cx="442188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PlaceHolder 4"/>
          <p:cNvSpPr>
            <a:spLocks noGrp="1"/>
          </p:cNvSpPr>
          <p:nvPr>
            <p:ph/>
          </p:nvPr>
        </p:nvSpPr>
        <p:spPr>
          <a:xfrm>
            <a:off x="503280" y="3039840"/>
            <a:ext cx="9061560" cy="1564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3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4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5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6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7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8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39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0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1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2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3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4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5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6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7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8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3280" y="303984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4656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14656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8;p1"/>
          <p:cNvSpPr/>
          <p:nvPr/>
        </p:nvSpPr>
        <p:spPr>
          <a:xfrm>
            <a:off x="4102200" y="4894560"/>
            <a:ext cx="438372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9;p1"/>
          <p:cNvSpPr/>
          <p:nvPr/>
        </p:nvSpPr>
        <p:spPr>
          <a:xfrm>
            <a:off x="25200" y="462744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0;p1"/>
          <p:cNvSpPr/>
          <p:nvPr/>
        </p:nvSpPr>
        <p:spPr>
          <a:xfrm>
            <a:off x="3857400" y="5322960"/>
            <a:ext cx="6231240" cy="720"/>
          </a:xfrm>
          <a:custGeom>
            <a:avLst/>
            <a:gdLst>
              <a:gd name="textAreaLeft" fmla="*/ 0 w 6231240"/>
              <a:gd name="textAreaRight" fmla="*/ 6237720 w 623124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1;p1"/>
          <p:cNvSpPr/>
          <p:nvPr/>
        </p:nvSpPr>
        <p:spPr>
          <a:xfrm>
            <a:off x="4043160" y="4943520"/>
            <a:ext cx="720" cy="480960"/>
          </a:xfrm>
          <a:custGeom>
            <a:avLst/>
            <a:gdLst>
              <a:gd name="textAreaLeft" fmla="*/ 0 w 720"/>
              <a:gd name="textAreaRight" fmla="*/ 7200 w 720"/>
              <a:gd name="textAreaTop" fmla="*/ 0 h 480960"/>
              <a:gd name="textAreaBottom" fmla="*/ 487440 h 48096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body"/>
          </p:nvPr>
        </p:nvSpPr>
        <p:spPr>
          <a:xfrm>
            <a:off x="503280" y="303984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514656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PlaceHolder 4"/>
          <p:cNvSpPr>
            <a:spLocks noGrp="1"/>
          </p:cNvSpPr>
          <p:nvPr>
            <p:ph type="body"/>
          </p:nvPr>
        </p:nvSpPr>
        <p:spPr>
          <a:xfrm>
            <a:off x="514656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66;p14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Google Shape;67;p14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Google Shape;68;p14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69;p14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70;p14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03280" y="303984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PlaceHolder 5"/>
          <p:cNvSpPr>
            <a:spLocks noGrp="1"/>
          </p:cNvSpPr>
          <p:nvPr>
            <p:ph type="body"/>
          </p:nvPr>
        </p:nvSpPr>
        <p:spPr>
          <a:xfrm>
            <a:off x="514656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PlaceHolder 4"/>
          <p:cNvSpPr>
            <a:spLocks noGrp="1"/>
          </p:cNvSpPr>
          <p:nvPr>
            <p:ph type="body"/>
          </p:nvPr>
        </p:nvSpPr>
        <p:spPr>
          <a:xfrm>
            <a:off x="514656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125;p27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Google Shape;126;p27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Google Shape;127;p27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Google Shape;128;p27"/>
          <p:cNvSpPr/>
          <p:nvPr/>
        </p:nvSpPr>
        <p:spPr>
          <a:xfrm>
            <a:off x="1899720" y="5203440"/>
            <a:ext cx="7455960" cy="720"/>
          </a:xfrm>
          <a:custGeom>
            <a:avLst/>
            <a:gdLst>
              <a:gd name="textAreaLeft" fmla="*/ 0 w 7455960"/>
              <a:gd name="textAreaRight" fmla="*/ 7462440 w 745596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Google Shape;129;p27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503280" y="303984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514656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156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8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2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1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328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 type="body"/>
          </p:nvPr>
        </p:nvSpPr>
        <p:spPr>
          <a:xfrm>
            <a:off x="5146560" y="303984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184;p40"/>
          <p:cNvSpPr/>
          <p:nvPr/>
        </p:nvSpPr>
        <p:spPr>
          <a:xfrm>
            <a:off x="20160" y="606600"/>
            <a:ext cx="6111360" cy="11520"/>
          </a:xfrm>
          <a:custGeom>
            <a:avLst/>
            <a:gdLst>
              <a:gd name="textAreaLeft" fmla="*/ 0 w 6111360"/>
              <a:gd name="textAreaRight" fmla="*/ 6117840 w 6111360"/>
              <a:gd name="textAreaTop" fmla="*/ 0 h 11520"/>
              <a:gd name="textAreaBottom" fmla="*/ 18000 h 1152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Google Shape;185;p40"/>
          <p:cNvSpPr/>
          <p:nvPr/>
        </p:nvSpPr>
        <p:spPr>
          <a:xfrm>
            <a:off x="4428720" y="840240"/>
            <a:ext cx="5665320" cy="720"/>
          </a:xfrm>
          <a:custGeom>
            <a:avLst/>
            <a:gdLst>
              <a:gd name="textAreaLeft" fmla="*/ 0 w 5665320"/>
              <a:gd name="textAreaRight" fmla="*/ 5671800 w 56653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Google Shape;186;p40"/>
          <p:cNvSpPr/>
          <p:nvPr/>
        </p:nvSpPr>
        <p:spPr>
          <a:xfrm>
            <a:off x="9815760" y="473760"/>
            <a:ext cx="720" cy="486720"/>
          </a:xfrm>
          <a:custGeom>
            <a:avLst/>
            <a:gdLst>
              <a:gd name="textAreaLeft" fmla="*/ 0 w 720"/>
              <a:gd name="textAreaRight" fmla="*/ 7200 w 720"/>
              <a:gd name="textAreaTop" fmla="*/ 0 h 486720"/>
              <a:gd name="textAreaBottom" fmla="*/ 493200 h 48672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Google Shape;187;p40"/>
          <p:cNvSpPr/>
          <p:nvPr/>
        </p:nvSpPr>
        <p:spPr>
          <a:xfrm>
            <a:off x="5641200" y="519336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Google Shape;188;p40"/>
          <p:cNvSpPr/>
          <p:nvPr/>
        </p:nvSpPr>
        <p:spPr>
          <a:xfrm>
            <a:off x="9255960" y="491580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Google Shape;189;p40"/>
          <p:cNvSpPr/>
          <p:nvPr/>
        </p:nvSpPr>
        <p:spPr>
          <a:xfrm>
            <a:off x="973440" y="5193000"/>
            <a:ext cx="3714120" cy="720"/>
          </a:xfrm>
          <a:custGeom>
            <a:avLst/>
            <a:gdLst>
              <a:gd name="textAreaLeft" fmla="*/ 0 w 3714120"/>
              <a:gd name="textAreaRight" fmla="*/ 3720600 w 3714120"/>
              <a:gd name="textAreaTop" fmla="*/ 0 h 720"/>
              <a:gd name="textAreaBottom" fmla="*/ 7200 h 72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Google Shape;190;p40"/>
          <p:cNvSpPr/>
          <p:nvPr/>
        </p:nvSpPr>
        <p:spPr>
          <a:xfrm>
            <a:off x="4587840" y="4912560"/>
            <a:ext cx="720" cy="343080"/>
          </a:xfrm>
          <a:custGeom>
            <a:avLst/>
            <a:gdLst>
              <a:gd name="textAreaLeft" fmla="*/ 0 w 720"/>
              <a:gd name="textAreaRight" fmla="*/ 7200 w 720"/>
              <a:gd name="textAreaTop" fmla="*/ 0 h 343080"/>
              <a:gd name="textAreaBottom" fmla="*/ 349560 h 34308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Google Shape;191;p40"/>
          <p:cNvSpPr/>
          <p:nvPr/>
        </p:nvSpPr>
        <p:spPr>
          <a:xfrm>
            <a:off x="5052960" y="1036440"/>
            <a:ext cx="4320" cy="3693600"/>
          </a:xfrm>
          <a:custGeom>
            <a:avLst/>
            <a:gdLst>
              <a:gd name="textAreaLeft" fmla="*/ 0 w 4320"/>
              <a:gd name="textAreaRight" fmla="*/ 10800 w 4320"/>
              <a:gd name="textAreaTop" fmla="*/ 0 h 3693600"/>
              <a:gd name="textAreaBottom" fmla="*/ 3700080 h 369360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body"/>
          </p:nvPr>
        </p:nvSpPr>
        <p:spPr>
          <a:xfrm>
            <a:off x="5146560" y="1325880"/>
            <a:ext cx="442152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body"/>
          </p:nvPr>
        </p:nvSpPr>
        <p:spPr>
          <a:xfrm>
            <a:off x="503280" y="3039840"/>
            <a:ext cx="9061560" cy="156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244;p53"/>
          <p:cNvSpPr/>
          <p:nvPr/>
        </p:nvSpPr>
        <p:spPr>
          <a:xfrm>
            <a:off x="227880" y="1599480"/>
            <a:ext cx="8989920" cy="65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Switching Circuit &amp; Logic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Google Shape;245;p53"/>
          <p:cNvSpPr/>
          <p:nvPr/>
        </p:nvSpPr>
        <p:spPr>
          <a:xfrm>
            <a:off x="3735000" y="3198960"/>
            <a:ext cx="2604240" cy="33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Lecture 21 : Flip-Flop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Gated SR Latch – SR Flip-Flop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914400" y="988200"/>
            <a:ext cx="1371240" cy="1828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228600" y="1216800"/>
            <a:ext cx="68580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"/>
          <p:cNvSpPr/>
          <p:nvPr/>
        </p:nvSpPr>
        <p:spPr>
          <a:xfrm>
            <a:off x="228960" y="2548800"/>
            <a:ext cx="68580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229320" y="1864800"/>
            <a:ext cx="68580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899640" y="1715400"/>
            <a:ext cx="77328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Enable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2280960" y="1216800"/>
            <a:ext cx="68580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2281320" y="2512800"/>
            <a:ext cx="68580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1924200" y="1047960"/>
            <a:ext cx="3571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1924560" y="2343960"/>
            <a:ext cx="481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"/>
          <p:cNvSpPr/>
          <p:nvPr/>
        </p:nvSpPr>
        <p:spPr>
          <a:xfrm>
            <a:off x="862920" y="104544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"/>
          <p:cNvSpPr/>
          <p:nvPr/>
        </p:nvSpPr>
        <p:spPr>
          <a:xfrm>
            <a:off x="899280" y="2384280"/>
            <a:ext cx="344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"/>
          <p:cNvSpPr/>
          <p:nvPr/>
        </p:nvSpPr>
        <p:spPr>
          <a:xfrm>
            <a:off x="4441320" y="1288800"/>
            <a:ext cx="104544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4442040" y="1936800"/>
            <a:ext cx="68580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"/>
          <p:cNvSpPr/>
          <p:nvPr/>
        </p:nvSpPr>
        <p:spPr>
          <a:xfrm>
            <a:off x="4441320" y="2584800"/>
            <a:ext cx="104544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5137560" y="1703160"/>
            <a:ext cx="360" cy="45720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15" name=""/>
          <p:cNvGrpSpPr/>
          <p:nvPr/>
        </p:nvGrpSpPr>
        <p:grpSpPr>
          <a:xfrm>
            <a:off x="5493600" y="1213560"/>
            <a:ext cx="647640" cy="686880"/>
            <a:chOff x="5493600" y="1213560"/>
            <a:chExt cx="647640" cy="686880"/>
          </a:xfrm>
        </p:grpSpPr>
        <p:sp>
          <p:nvSpPr>
            <p:cNvPr id="516" name=""/>
            <p:cNvSpPr/>
            <p:nvPr/>
          </p:nvSpPr>
          <p:spPr>
            <a:xfrm>
              <a:off x="5493600" y="121356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7" name=""/>
            <p:cNvSpPr/>
            <p:nvPr/>
          </p:nvSpPr>
          <p:spPr>
            <a:xfrm>
              <a:off x="5940000" y="1216440"/>
              <a:ext cx="201240" cy="684000"/>
            </a:xfrm>
            <a:custGeom>
              <a:avLst/>
              <a:gdLst>
                <a:gd name="textAreaLeft" fmla="*/ 0 w 201240"/>
                <a:gd name="textAreaRight" fmla="*/ 203040 w 201240"/>
                <a:gd name="textAreaTop" fmla="*/ 0 h 684000"/>
                <a:gd name="textAreaBottom" fmla="*/ 685800 h 68400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8" name=""/>
            <p:cNvSpPr/>
            <p:nvPr/>
          </p:nvSpPr>
          <p:spPr>
            <a:xfrm>
              <a:off x="5493600" y="1213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19" name=""/>
            <p:cNvSpPr/>
            <p:nvPr/>
          </p:nvSpPr>
          <p:spPr>
            <a:xfrm>
              <a:off x="5493600" y="189756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20" name=""/>
          <p:cNvGrpSpPr/>
          <p:nvPr/>
        </p:nvGrpSpPr>
        <p:grpSpPr>
          <a:xfrm>
            <a:off x="5493960" y="1969920"/>
            <a:ext cx="647640" cy="686880"/>
            <a:chOff x="5493960" y="1969920"/>
            <a:chExt cx="647640" cy="686880"/>
          </a:xfrm>
        </p:grpSpPr>
        <p:sp>
          <p:nvSpPr>
            <p:cNvPr id="521" name=""/>
            <p:cNvSpPr/>
            <p:nvPr/>
          </p:nvSpPr>
          <p:spPr>
            <a:xfrm>
              <a:off x="5493960" y="1969920"/>
              <a:ext cx="360" cy="68580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2" name=""/>
            <p:cNvSpPr/>
            <p:nvPr/>
          </p:nvSpPr>
          <p:spPr>
            <a:xfrm>
              <a:off x="5940360" y="1972800"/>
              <a:ext cx="201240" cy="684000"/>
            </a:xfrm>
            <a:custGeom>
              <a:avLst/>
              <a:gdLst>
                <a:gd name="textAreaLeft" fmla="*/ 0 w 201240"/>
                <a:gd name="textAreaRight" fmla="*/ 203040 w 201240"/>
                <a:gd name="textAreaTop" fmla="*/ 0 h 684000"/>
                <a:gd name="textAreaBottom" fmla="*/ 685800 h 684000"/>
              </a:gdLst>
              <a:ahLst/>
              <a:rect l="textAreaLeft" t="textAreaTop" r="textAreaRight" b="textAreaBottom"/>
              <a:pathLst>
                <a:path fill="none" w="564" h="1905">
                  <a:moveTo>
                    <a:pt x="0" y="0"/>
                  </a:moveTo>
                  <a:cubicBezTo>
                    <a:pt x="1270" y="953"/>
                    <a:pt x="0" y="1905"/>
                    <a:pt x="0" y="1905"/>
                  </a:cubicBezTo>
                </a:path>
              </a:pathLst>
            </a:custGeom>
            <a:noFill/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3" name=""/>
            <p:cNvSpPr/>
            <p:nvPr/>
          </p:nvSpPr>
          <p:spPr>
            <a:xfrm>
              <a:off x="5493960" y="1969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4" name=""/>
            <p:cNvSpPr/>
            <p:nvPr/>
          </p:nvSpPr>
          <p:spPr>
            <a:xfrm>
              <a:off x="5493960" y="2653920"/>
              <a:ext cx="446400" cy="2880"/>
            </a:xfrm>
            <a:prstGeom prst="line">
              <a:avLst/>
            </a:prstGeom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2120" bIns="-42120" anchor="ctr">
              <a:noAutofit/>
            </a:bodyPr>
            <a:p>
              <a:endParaRPr b="0" lang="en-US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cxnSp>
        <p:nvCxnSpPr>
          <p:cNvPr id="525" name=""/>
          <p:cNvCxnSpPr>
            <a:stCxn id="514" idx="0"/>
            <a:endCxn id="515" idx="-1"/>
          </p:cNvCxnSpPr>
          <p:nvPr/>
        </p:nvCxnSpPr>
        <p:spPr>
          <a:xfrm flipV="1">
            <a:off x="5137560" y="1557000"/>
            <a:ext cx="356400" cy="146520"/>
          </a:xfrm>
          <a:prstGeom prst="straightConnector1">
            <a:avLst/>
          </a:prstGeom>
          <a:ln cap="rnd" w="0">
            <a:solidFill>
              <a:srgbClr val="3465a4"/>
            </a:solidFill>
          </a:ln>
        </p:spPr>
      </p:cxnSp>
      <p:cxnSp>
        <p:nvCxnSpPr>
          <p:cNvPr id="526" name=""/>
          <p:cNvCxnSpPr>
            <a:stCxn id="514" idx="2"/>
            <a:endCxn id="520" idx="1"/>
          </p:cNvCxnSpPr>
          <p:nvPr/>
        </p:nvCxnSpPr>
        <p:spPr>
          <a:xfrm>
            <a:off x="5137560" y="2160360"/>
            <a:ext cx="356760" cy="153360"/>
          </a:xfrm>
          <a:prstGeom prst="straightConnector1">
            <a:avLst/>
          </a:prstGeom>
          <a:ln cap="rnd" w="0">
            <a:solidFill>
              <a:srgbClr val="3465a4"/>
            </a:solidFill>
          </a:ln>
        </p:spPr>
      </p:cxnSp>
      <p:sp>
        <p:nvSpPr>
          <p:cNvPr id="527" name=""/>
          <p:cNvSpPr/>
          <p:nvPr/>
        </p:nvSpPr>
        <p:spPr>
          <a:xfrm>
            <a:off x="6169680" y="1504800"/>
            <a:ext cx="68580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6170040" y="2296800"/>
            <a:ext cx="68580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6854760" y="1060200"/>
            <a:ext cx="1371240" cy="18284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8221320" y="1288800"/>
            <a:ext cx="68580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"/>
          <p:cNvSpPr/>
          <p:nvPr/>
        </p:nvSpPr>
        <p:spPr>
          <a:xfrm>
            <a:off x="8221680" y="2584800"/>
            <a:ext cx="685800" cy="360"/>
          </a:xfrm>
          <a:prstGeom prst="line">
            <a:avLst/>
          </a:prstGeom>
          <a:ln cap="rnd"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2" name=""/>
          <p:cNvSpPr/>
          <p:nvPr/>
        </p:nvSpPr>
        <p:spPr>
          <a:xfrm>
            <a:off x="7864560" y="1119960"/>
            <a:ext cx="3571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3" name=""/>
          <p:cNvSpPr/>
          <p:nvPr/>
        </p:nvSpPr>
        <p:spPr>
          <a:xfrm>
            <a:off x="7864920" y="2415960"/>
            <a:ext cx="481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Q’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6839280" y="133308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5" name=""/>
          <p:cNvSpPr/>
          <p:nvPr/>
        </p:nvSpPr>
        <p:spPr>
          <a:xfrm>
            <a:off x="6803640" y="2125080"/>
            <a:ext cx="344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4103280" y="1117800"/>
            <a:ext cx="3326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4139640" y="2456640"/>
            <a:ext cx="344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3672360" y="1787760"/>
            <a:ext cx="77328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Enable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7207560" y="1720800"/>
            <a:ext cx="97884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Latch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(NAND)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6133320" y="1476720"/>
            <a:ext cx="89640" cy="896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6133680" y="2268360"/>
            <a:ext cx="89640" cy="89640"/>
          </a:xfrm>
          <a:prstGeom prst="ellipse">
            <a:avLst/>
          </a:prstGeom>
          <a:solidFill>
            <a:srgbClr val="fffff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19800" bIns="198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Gated SR Latch – SR Flip-Flop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3" name="" descr=""/>
          <p:cNvPicPr/>
          <p:nvPr/>
        </p:nvPicPr>
        <p:blipFill>
          <a:blip r:embed="rId1"/>
          <a:stretch/>
        </p:blipFill>
        <p:spPr>
          <a:xfrm>
            <a:off x="1949040" y="959760"/>
            <a:ext cx="6179040" cy="448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SR Flip-Flop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5" name="" descr=""/>
          <p:cNvPicPr/>
          <p:nvPr/>
        </p:nvPicPr>
        <p:blipFill>
          <a:blip r:embed="rId1"/>
          <a:stretch/>
        </p:blipFill>
        <p:spPr>
          <a:xfrm>
            <a:off x="268560" y="949680"/>
            <a:ext cx="4209480" cy="3761640"/>
          </a:xfrm>
          <a:prstGeom prst="rect">
            <a:avLst/>
          </a:prstGeom>
          <a:ln w="0">
            <a:noFill/>
          </a:ln>
        </p:spPr>
      </p:pic>
      <p:pic>
        <p:nvPicPr>
          <p:cNvPr id="546" name="" descr=""/>
          <p:cNvPicPr/>
          <p:nvPr/>
        </p:nvPicPr>
        <p:blipFill>
          <a:blip r:embed="rId2"/>
          <a:stretch/>
        </p:blipFill>
        <p:spPr>
          <a:xfrm>
            <a:off x="5189400" y="1359000"/>
            <a:ext cx="4447440" cy="2942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" descr=""/>
          <p:cNvPicPr/>
          <p:nvPr/>
        </p:nvPicPr>
        <p:blipFill>
          <a:blip r:embed="rId1"/>
          <a:stretch/>
        </p:blipFill>
        <p:spPr>
          <a:xfrm>
            <a:off x="1141920" y="1020960"/>
            <a:ext cx="7790760" cy="361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9" name="" descr=""/>
          <p:cNvPicPr/>
          <p:nvPr/>
        </p:nvPicPr>
        <p:blipFill>
          <a:blip r:embed="rId1"/>
          <a:stretch/>
        </p:blipFill>
        <p:spPr>
          <a:xfrm>
            <a:off x="226800" y="1143000"/>
            <a:ext cx="4691520" cy="3810960"/>
          </a:xfrm>
          <a:prstGeom prst="rect">
            <a:avLst/>
          </a:prstGeom>
          <a:ln w="0">
            <a:noFill/>
          </a:ln>
        </p:spPr>
      </p:pic>
      <p:pic>
        <p:nvPicPr>
          <p:cNvPr id="550" name="" descr=""/>
          <p:cNvPicPr/>
          <p:nvPr/>
        </p:nvPicPr>
        <p:blipFill>
          <a:blip r:embed="rId2"/>
          <a:stretch/>
        </p:blipFill>
        <p:spPr>
          <a:xfrm>
            <a:off x="5158800" y="1143000"/>
            <a:ext cx="4691520" cy="381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Characteristic Equation of SR FF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156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Q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n+1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 = F(Q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,S,R)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3" name="" descr=""/>
          <p:cNvPicPr/>
          <p:nvPr/>
        </p:nvPicPr>
        <p:blipFill>
          <a:blip r:embed="rId1"/>
          <a:stretch/>
        </p:blipFill>
        <p:spPr>
          <a:xfrm>
            <a:off x="501480" y="2102760"/>
            <a:ext cx="4482360" cy="2875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Clock Transition Detection Circuit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5" name="" descr=""/>
          <p:cNvPicPr/>
          <p:nvPr/>
        </p:nvPicPr>
        <p:blipFill>
          <a:blip r:embed="rId1"/>
          <a:stretch/>
        </p:blipFill>
        <p:spPr>
          <a:xfrm>
            <a:off x="377640" y="1554120"/>
            <a:ext cx="4212720" cy="960120"/>
          </a:xfrm>
          <a:prstGeom prst="rect">
            <a:avLst/>
          </a:prstGeom>
          <a:ln w="0">
            <a:noFill/>
          </a:ln>
        </p:spPr>
      </p:pic>
      <p:pic>
        <p:nvPicPr>
          <p:cNvPr id="556" name="" descr=""/>
          <p:cNvPicPr/>
          <p:nvPr/>
        </p:nvPicPr>
        <p:blipFill>
          <a:blip r:embed="rId2"/>
          <a:stretch/>
        </p:blipFill>
        <p:spPr>
          <a:xfrm>
            <a:off x="384480" y="3886200"/>
            <a:ext cx="4114800" cy="83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29560" cy="64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 Flip-Flop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58" name="" descr=""/>
          <p:cNvPicPr/>
          <p:nvPr/>
        </p:nvPicPr>
        <p:blipFill>
          <a:blip r:embed="rId1"/>
          <a:stretch/>
        </p:blipFill>
        <p:spPr>
          <a:xfrm>
            <a:off x="185040" y="1121400"/>
            <a:ext cx="4026600" cy="1842480"/>
          </a:xfrm>
          <a:prstGeom prst="rect">
            <a:avLst/>
          </a:prstGeom>
          <a:ln w="0">
            <a:noFill/>
          </a:ln>
        </p:spPr>
      </p:pic>
      <p:pic>
        <p:nvPicPr>
          <p:cNvPr id="559" name="" descr=""/>
          <p:cNvPicPr/>
          <p:nvPr/>
        </p:nvPicPr>
        <p:blipFill>
          <a:blip r:embed="rId2"/>
          <a:stretch/>
        </p:blipFill>
        <p:spPr>
          <a:xfrm>
            <a:off x="4411440" y="1000080"/>
            <a:ext cx="5571360" cy="2580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2025-11-03T09:25:42Z</dcterms:modified>
  <cp:revision>38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