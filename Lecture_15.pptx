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2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7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48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29.xml.rels" ContentType="application/vnd.openxmlformats-package.relationships+xml"/>
  <Override PartName="/ppt/slideMasters/slideMaster25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7.xml" ContentType="application/vnd.openxmlformats-officedocument.presentationml.slideMaster+xml"/>
  <Override PartName="/ppt/presProps.xml" ContentType="application/vnd.openxmlformats-officedocument.presentationml.presProps+xml"/>
  <Override PartName="/ppt/theme/theme29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48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7.xml" ContentType="application/vnd.openxmlformats-officedocument.theme+xml"/>
  <Override PartName="/ppt/theme/theme38.xml" ContentType="application/vnd.openxmlformats-officedocument.theme+xml"/>
  <Override PartName="/ppt/theme/theme40.xml" ContentType="application/vnd.openxmlformats-officedocument.theme+xml"/>
  <Override PartName="/ppt/theme/theme39.xml" ContentType="application/vnd.openxmlformats-officedocument.theme+xml"/>
  <Override PartName="/ppt/theme/theme41.xml" ContentType="application/vnd.openxmlformats-officedocument.theme+xml"/>
  <Override PartName="/ppt/theme/theme42.xml" ContentType="application/vnd.openxmlformats-officedocument.theme+xml"/>
  <Override PartName="/ppt/theme/theme43.xml" ContentType="application/vnd.openxmlformats-officedocument.theme+xml"/>
  <Override PartName="/ppt/theme/theme44.xml" ContentType="application/vnd.openxmlformats-officedocument.theme+xml"/>
  <Override PartName="/ppt/theme/theme45.xml" ContentType="application/vnd.openxmlformats-officedocument.theme+xml"/>
  <Override PartName="/ppt/theme/theme47.xml" ContentType="application/vnd.openxmlformats-officedocument.theme+xml"/>
  <Override PartName="/ppt/theme/theme10.xml" ContentType="application/vnd.openxmlformats-officedocument.theme+xml"/>
  <Override PartName="/ppt/theme/theme36.xml" ContentType="application/vnd.openxmlformats-officedocument.theme+xml"/>
  <Override PartName="/ppt/theme/theme9.xml" ContentType="application/vnd.openxmlformats-officedocument.theme+xml"/>
  <Override PartName="/ppt/theme/theme46.xml" ContentType="application/vnd.openxmlformats-officedocument.theme+xml"/>
  <Override PartName="/ppt/theme/theme8.xml" ContentType="application/vnd.openxmlformats-officedocument.theme+xml"/>
  <Override PartName="/ppt/theme/theme35.xml" ContentType="application/vnd.openxmlformats-officedocument.theme+xml"/>
  <Override PartName="/ppt/theme/theme7.xml" ContentType="application/vnd.openxmlformats-officedocument.theme+xml"/>
  <Override PartName="/ppt/theme/theme34.xml" ContentType="application/vnd.openxmlformats-officedocument.theme+xml"/>
  <Override PartName="/ppt/theme/theme6.xml" ContentType="application/vnd.openxmlformats-officedocument.theme+xml"/>
  <Override PartName="/ppt/theme/theme33.xml" ContentType="application/vnd.openxmlformats-officedocument.theme+xml"/>
  <Override PartName="/ppt/theme/theme5.xml" ContentType="application/vnd.openxmlformats-officedocument.theme+xml"/>
  <Override PartName="/ppt/theme/theme32.xml" ContentType="application/vnd.openxmlformats-officedocument.theme+xml"/>
  <Override PartName="/ppt/theme/theme4.xml" ContentType="application/vnd.openxmlformats-officedocument.theme+xml"/>
  <Override PartName="/ppt/theme/theme31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30.xml" ContentType="application/vnd.openxmlformats-officedocument.theme+xml"/>
  <Override PartName="/ppt/slideLayouts/slideLayout22.xml" ContentType="application/vnd.openxmlformats-officedocument.presentationml.slideLayout+xml"/>
  <Override PartName="/ppt/slideLayouts/_rels/slideLayout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7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  <p:sldMasterId id="2147483693" r:id="rId24"/>
    <p:sldMasterId id="2147483695" r:id="rId25"/>
    <p:sldMasterId id="2147483697" r:id="rId26"/>
    <p:sldMasterId id="2147483699" r:id="rId27"/>
    <p:sldMasterId id="2147483701" r:id="rId28"/>
    <p:sldMasterId id="2147483703" r:id="rId29"/>
    <p:sldMasterId id="2147483705" r:id="rId30"/>
    <p:sldMasterId id="2147483707" r:id="rId31"/>
    <p:sldMasterId id="2147483709" r:id="rId32"/>
    <p:sldMasterId id="2147483711" r:id="rId33"/>
    <p:sldMasterId id="2147483713" r:id="rId34"/>
    <p:sldMasterId id="2147483715" r:id="rId35"/>
    <p:sldMasterId id="2147483717" r:id="rId36"/>
    <p:sldMasterId id="2147483719" r:id="rId37"/>
    <p:sldMasterId id="2147483721" r:id="rId38"/>
    <p:sldMasterId id="2147483723" r:id="rId39"/>
    <p:sldMasterId id="2147483725" r:id="rId40"/>
    <p:sldMasterId id="2147483727" r:id="rId41"/>
    <p:sldMasterId id="2147483729" r:id="rId42"/>
    <p:sldMasterId id="2147483731" r:id="rId43"/>
    <p:sldMasterId id="2147483733" r:id="rId44"/>
    <p:sldMasterId id="2147483735" r:id="rId45"/>
    <p:sldMasterId id="2147483737" r:id="rId46"/>
    <p:sldMasterId id="2147483739" r:id="rId47"/>
    <p:sldMasterId id="2147483741" r:id="rId48"/>
    <p:sldMasterId id="2147483743" r:id="rId49"/>
  </p:sldMasterIdLst>
  <p:sldIdLst>
    <p:sldId id="256" r:id="rId50"/>
    <p:sldId id="257" r:id="rId51"/>
    <p:sldId id="258" r:id="rId52"/>
    <p:sldId id="259" r:id="rId53"/>
    <p:sldId id="260" r:id="rId54"/>
    <p:sldId id="261" r:id="rId55"/>
    <p:sldId id="262" r:id="rId56"/>
    <p:sldId id="263" r:id="rId57"/>
    <p:sldId id="264" r:id="rId58"/>
    <p:sldId id="265" r:id="rId59"/>
    <p:sldId id="266" r:id="rId60"/>
  </p:sldIdLst>
  <p:sldSz cx="10077450" cy="5668963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Master" Target="slideMasters/slideMaster30.xml"/><Relationship Id="rId32" Type="http://schemas.openxmlformats.org/officeDocument/2006/relationships/slideMaster" Target="slideMasters/slideMaster31.xml"/><Relationship Id="rId33" Type="http://schemas.openxmlformats.org/officeDocument/2006/relationships/slideMaster" Target="slideMasters/slideMaster32.xml"/><Relationship Id="rId34" Type="http://schemas.openxmlformats.org/officeDocument/2006/relationships/slideMaster" Target="slideMasters/slideMaster33.xml"/><Relationship Id="rId35" Type="http://schemas.openxmlformats.org/officeDocument/2006/relationships/slideMaster" Target="slideMasters/slideMaster34.xml"/><Relationship Id="rId36" Type="http://schemas.openxmlformats.org/officeDocument/2006/relationships/slideMaster" Target="slideMasters/slideMaster35.xml"/><Relationship Id="rId37" Type="http://schemas.openxmlformats.org/officeDocument/2006/relationships/slideMaster" Target="slideMasters/slideMaster36.xml"/><Relationship Id="rId38" Type="http://schemas.openxmlformats.org/officeDocument/2006/relationships/slideMaster" Target="slideMasters/slideMaster37.xml"/><Relationship Id="rId39" Type="http://schemas.openxmlformats.org/officeDocument/2006/relationships/slideMaster" Target="slideMasters/slideMaster38.xml"/><Relationship Id="rId40" Type="http://schemas.openxmlformats.org/officeDocument/2006/relationships/slideMaster" Target="slideMasters/slideMaster39.xml"/><Relationship Id="rId41" Type="http://schemas.openxmlformats.org/officeDocument/2006/relationships/slideMaster" Target="slideMasters/slideMaster40.xml"/><Relationship Id="rId42" Type="http://schemas.openxmlformats.org/officeDocument/2006/relationships/slideMaster" Target="slideMasters/slideMaster41.xml"/><Relationship Id="rId43" Type="http://schemas.openxmlformats.org/officeDocument/2006/relationships/slideMaster" Target="slideMasters/slideMaster42.xml"/><Relationship Id="rId44" Type="http://schemas.openxmlformats.org/officeDocument/2006/relationships/slideMaster" Target="slideMasters/slideMaster43.xml"/><Relationship Id="rId45" Type="http://schemas.openxmlformats.org/officeDocument/2006/relationships/slideMaster" Target="slideMasters/slideMaster44.xml"/><Relationship Id="rId46" Type="http://schemas.openxmlformats.org/officeDocument/2006/relationships/slideMaster" Target="slideMasters/slideMaster45.xml"/><Relationship Id="rId47" Type="http://schemas.openxmlformats.org/officeDocument/2006/relationships/slideMaster" Target="slideMasters/slideMaster46.xml"/><Relationship Id="rId48" Type="http://schemas.openxmlformats.org/officeDocument/2006/relationships/slideMaster" Target="slideMasters/slideMaster47.xml"/><Relationship Id="rId49" Type="http://schemas.openxmlformats.org/officeDocument/2006/relationships/slideMaster" Target="slideMasters/slideMaster48.xml"/><Relationship Id="rId50" Type="http://schemas.openxmlformats.org/officeDocument/2006/relationships/slide" Target="slides/slide1.xml"/><Relationship Id="rId51" Type="http://schemas.openxmlformats.org/officeDocument/2006/relationships/slide" Target="slides/slide2.xml"/><Relationship Id="rId52" Type="http://schemas.openxmlformats.org/officeDocument/2006/relationships/slide" Target="slides/slide3.xml"/><Relationship Id="rId53" Type="http://schemas.openxmlformats.org/officeDocument/2006/relationships/slide" Target="slides/slide4.xml"/><Relationship Id="rId54" Type="http://schemas.openxmlformats.org/officeDocument/2006/relationships/slide" Target="slides/slide5.xml"/><Relationship Id="rId55" Type="http://schemas.openxmlformats.org/officeDocument/2006/relationships/slide" Target="slides/slide6.xml"/><Relationship Id="rId56" Type="http://schemas.openxmlformats.org/officeDocument/2006/relationships/slide" Target="slides/slide7.xml"/><Relationship Id="rId57" Type="http://schemas.openxmlformats.org/officeDocument/2006/relationships/slide" Target="slides/slide8.xml"/><Relationship Id="rId58" Type="http://schemas.openxmlformats.org/officeDocument/2006/relationships/slide" Target="slides/slide9.xml"/><Relationship Id="rId59" Type="http://schemas.openxmlformats.org/officeDocument/2006/relationships/slide" Target="slides/slide10.xml"/><Relationship Id="rId60" Type="http://schemas.openxmlformats.org/officeDocument/2006/relationships/slide" Target="slides/slide11.xml"/><Relationship Id="rId6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OBJECT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03280" y="304272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FOUR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514980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WO_OBJECTS_AND_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OBJECT_AND_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PlaceHolder 4"/>
          <p:cNvSpPr>
            <a:spLocks noGrp="1"/>
          </p:cNvSpPr>
          <p:nvPr>
            <p:ph/>
          </p:nvPr>
        </p:nvSpPr>
        <p:spPr>
          <a:xfrm>
            <a:off x="514980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WO_OBJECTS_OVER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503280" y="304272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PlaceHolder 5"/>
          <p:cNvSpPr>
            <a:spLocks noGrp="1"/>
          </p:cNvSpPr>
          <p:nvPr>
            <p:ph/>
          </p:nvPr>
        </p:nvSpPr>
        <p:spPr>
          <a:xfrm>
            <a:off x="514980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PlaceHolder 4"/>
          <p:cNvSpPr>
            <a:spLocks noGrp="1"/>
          </p:cNvSpPr>
          <p:nvPr>
            <p:ph/>
          </p:nvPr>
        </p:nvSpPr>
        <p:spPr>
          <a:xfrm>
            <a:off x="514980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/>
          </p:nvPr>
        </p:nvSpPr>
        <p:spPr>
          <a:xfrm>
            <a:off x="503280" y="304272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PlaceHolder 5"/>
          <p:cNvSpPr>
            <a:spLocks noGrp="1"/>
          </p:cNvSpPr>
          <p:nvPr>
            <p:ph/>
          </p:nvPr>
        </p:nvSpPr>
        <p:spPr>
          <a:xfrm>
            <a:off x="514980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PlaceHolder 4"/>
          <p:cNvSpPr>
            <a:spLocks noGrp="1"/>
          </p:cNvSpPr>
          <p:nvPr>
            <p:ph/>
          </p:nvPr>
        </p:nvSpPr>
        <p:spPr>
          <a:xfrm>
            <a:off x="514980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503280" y="304272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PlaceHolder 5"/>
          <p:cNvSpPr>
            <a:spLocks noGrp="1"/>
          </p:cNvSpPr>
          <p:nvPr>
            <p:ph/>
          </p:nvPr>
        </p:nvSpPr>
        <p:spPr>
          <a:xfrm>
            <a:off x="514980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3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PlaceHolder 4"/>
          <p:cNvSpPr>
            <a:spLocks noGrp="1"/>
          </p:cNvSpPr>
          <p:nvPr>
            <p:ph/>
          </p:nvPr>
        </p:nvSpPr>
        <p:spPr>
          <a:xfrm>
            <a:off x="5149800" y="304272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50328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5149800" y="1325880"/>
            <a:ext cx="442476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503280" y="304272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9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20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1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2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23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4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5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6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7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8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9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30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31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32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33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34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35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36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6.xml"/><Relationship Id="rId2" Type="http://schemas.openxmlformats.org/officeDocument/2006/relationships/slideLayout" Target="../slideLayouts/slideLayout37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7.xml"/><Relationship Id="rId2" Type="http://schemas.openxmlformats.org/officeDocument/2006/relationships/slideLayout" Target="../slideLayouts/slideLayout38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8.xml"/><Relationship Id="rId2" Type="http://schemas.openxmlformats.org/officeDocument/2006/relationships/slideLayout" Target="../slideLayouts/slideLayout39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9.xml"/><Relationship Id="rId2" Type="http://schemas.openxmlformats.org/officeDocument/2006/relationships/slideLayout" Target="../slideLayouts/slideLayout40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40.xml"/><Relationship Id="rId2" Type="http://schemas.openxmlformats.org/officeDocument/2006/relationships/slideLayout" Target="../slideLayouts/slideLayout41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41.xml"/><Relationship Id="rId2" Type="http://schemas.openxmlformats.org/officeDocument/2006/relationships/slideLayout" Target="../slideLayouts/slideLayout42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42.xml"/><Relationship Id="rId2" Type="http://schemas.openxmlformats.org/officeDocument/2006/relationships/slideLayout" Target="../slideLayouts/slideLayout43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43.xml"/><Relationship Id="rId2" Type="http://schemas.openxmlformats.org/officeDocument/2006/relationships/slideLayout" Target="../slideLayouts/slideLayout44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44.xml"/><Relationship Id="rId2" Type="http://schemas.openxmlformats.org/officeDocument/2006/relationships/slideLayout" Target="../slideLayouts/slideLayout45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45.xml"/><Relationship Id="rId2" Type="http://schemas.openxmlformats.org/officeDocument/2006/relationships/slideLayout" Target="../slideLayouts/slideLayout46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46.xml"/><Relationship Id="rId2" Type="http://schemas.openxmlformats.org/officeDocument/2006/relationships/slideLayout" Target="../slideLayouts/slideLayout47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47.xml"/><Relationship Id="rId2" Type="http://schemas.openxmlformats.org/officeDocument/2006/relationships/slideLayout" Target="../slideLayouts/slideLayout48.xml"/>
</Relationships>
</file>

<file path=ppt/slideMasters/_rels/slideMaster48.xml.rels><?xml version="1.0" encoding="UTF-8"?>
<Relationships xmlns="http://schemas.openxmlformats.org/package/2006/relationships"><Relationship Id="rId1" Type="http://schemas.openxmlformats.org/officeDocument/2006/relationships/theme" Target="../theme/theme48.xml"/><Relationship Id="rId2" Type="http://schemas.openxmlformats.org/officeDocument/2006/relationships/slideLayout" Target="../slideLayouts/slideLayout4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503280" y="30430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body"/>
          </p:nvPr>
        </p:nvSpPr>
        <p:spPr>
          <a:xfrm>
            <a:off x="514980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body"/>
          </p:nvPr>
        </p:nvSpPr>
        <p:spPr>
          <a:xfrm>
            <a:off x="514980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8;p1"/>
          <p:cNvSpPr/>
          <p:nvPr/>
        </p:nvSpPr>
        <p:spPr>
          <a:xfrm>
            <a:off x="4102200" y="4894560"/>
            <a:ext cx="438948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9;p1"/>
          <p:cNvSpPr/>
          <p:nvPr/>
        </p:nvSpPr>
        <p:spPr>
          <a:xfrm>
            <a:off x="25200" y="462744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Google Shape;10;p1"/>
          <p:cNvSpPr/>
          <p:nvPr/>
        </p:nvSpPr>
        <p:spPr>
          <a:xfrm>
            <a:off x="3857400" y="5322960"/>
            <a:ext cx="6237000" cy="6480"/>
          </a:xfrm>
          <a:custGeom>
            <a:avLst/>
            <a:gdLst>
              <a:gd name="textAreaLeft" fmla="*/ 0 w 6237000"/>
              <a:gd name="textAreaRight" fmla="*/ 6237720 w 623700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7335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7324" y="21"/>
                </a:lnTo>
                <a:cubicBezTo>
                  <a:pt x="17329" y="21"/>
                  <a:pt x="17334" y="15"/>
                  <a:pt x="17334" y="10"/>
                </a:cubicBezTo>
                <a:lnTo>
                  <a:pt x="17334" y="10"/>
                </a:lnTo>
                <a:cubicBezTo>
                  <a:pt x="17334" y="5"/>
                  <a:pt x="17329" y="0"/>
                  <a:pt x="17324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1;p1"/>
          <p:cNvSpPr/>
          <p:nvPr/>
        </p:nvSpPr>
        <p:spPr>
          <a:xfrm>
            <a:off x="4043160" y="4943520"/>
            <a:ext cx="6480" cy="486720"/>
          </a:xfrm>
          <a:custGeom>
            <a:avLst/>
            <a:gdLst>
              <a:gd name="textAreaLeft" fmla="*/ 0 w 6480"/>
              <a:gd name="textAreaRight" fmla="*/ 7200 w 6480"/>
              <a:gd name="textAreaTop" fmla="*/ 0 h 486720"/>
              <a:gd name="textAreaBottom" fmla="*/ 487440 h 486720"/>
            </a:gdLst>
            <a:ahLst/>
            <a:rect l="textAreaLeft" t="textAreaTop" r="textAreaRight" b="textAreaBottom"/>
            <a:pathLst>
              <a:path w="22" h="1356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44"/>
                </a:lnTo>
                <a:cubicBezTo>
                  <a:pt x="0" y="1349"/>
                  <a:pt x="5" y="1355"/>
                  <a:pt x="10" y="1355"/>
                </a:cubicBezTo>
                <a:lnTo>
                  <a:pt x="10" y="1355"/>
                </a:lnTo>
                <a:cubicBezTo>
                  <a:pt x="15" y="1355"/>
                  <a:pt x="21" y="1349"/>
                  <a:pt x="21" y="1344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  <p:sldLayoutId id="2147483674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PlaceHolder 3"/>
          <p:cNvSpPr>
            <a:spLocks noGrp="1"/>
          </p:cNvSpPr>
          <p:nvPr>
            <p:ph type="body"/>
          </p:nvPr>
        </p:nvSpPr>
        <p:spPr>
          <a:xfrm>
            <a:off x="503280" y="30430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6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PlaceHolder 5"/>
          <p:cNvSpPr>
            <a:spLocks noGrp="1"/>
          </p:cNvSpPr>
          <p:nvPr>
            <p:ph type="body"/>
          </p:nvPr>
        </p:nvSpPr>
        <p:spPr>
          <a:xfrm>
            <a:off x="514980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8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0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2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4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6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0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2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PlaceHolder 4"/>
          <p:cNvSpPr>
            <a:spLocks noGrp="1"/>
          </p:cNvSpPr>
          <p:nvPr>
            <p:ph type="body"/>
          </p:nvPr>
        </p:nvSpPr>
        <p:spPr>
          <a:xfrm>
            <a:off x="514980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4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66;p14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Google Shape;67;p14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Google Shape;68;p14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Google Shape;69;p14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Google Shape;70;p14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6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8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503280" y="30430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0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PlaceHolder 5"/>
          <p:cNvSpPr>
            <a:spLocks noGrp="1"/>
          </p:cNvSpPr>
          <p:nvPr>
            <p:ph type="body"/>
          </p:nvPr>
        </p:nvSpPr>
        <p:spPr>
          <a:xfrm>
            <a:off x="514980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2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4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6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8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0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2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4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6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PlaceHolder 4"/>
          <p:cNvSpPr>
            <a:spLocks noGrp="1"/>
          </p:cNvSpPr>
          <p:nvPr>
            <p:ph type="body"/>
          </p:nvPr>
        </p:nvSpPr>
        <p:spPr>
          <a:xfrm>
            <a:off x="514980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18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125;p27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Google Shape;126;p27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Google Shape;127;p27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8" name="Google Shape;128;p27"/>
          <p:cNvSpPr/>
          <p:nvPr/>
        </p:nvSpPr>
        <p:spPr>
          <a:xfrm>
            <a:off x="1899720" y="5203440"/>
            <a:ext cx="7461720" cy="6480"/>
          </a:xfrm>
          <a:custGeom>
            <a:avLst/>
            <a:gdLst>
              <a:gd name="textAreaLeft" fmla="*/ 0 w 7461720"/>
              <a:gd name="textAreaRight" fmla="*/ 7462440 w 746172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20739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20727" y="21"/>
                </a:lnTo>
                <a:cubicBezTo>
                  <a:pt x="20732" y="21"/>
                  <a:pt x="20738" y="15"/>
                  <a:pt x="20738" y="10"/>
                </a:cubicBezTo>
                <a:lnTo>
                  <a:pt x="20738" y="10"/>
                </a:lnTo>
                <a:cubicBezTo>
                  <a:pt x="20738" y="5"/>
                  <a:pt x="20732" y="0"/>
                  <a:pt x="20727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Google Shape;129;p27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0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2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PlaceHolder 3"/>
          <p:cNvSpPr>
            <a:spLocks noGrp="1"/>
          </p:cNvSpPr>
          <p:nvPr>
            <p:ph type="body"/>
          </p:nvPr>
        </p:nvSpPr>
        <p:spPr>
          <a:xfrm>
            <a:off x="503280" y="30430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4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 type="body"/>
          </p:nvPr>
        </p:nvSpPr>
        <p:spPr>
          <a:xfrm>
            <a:off x="514980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6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0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28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8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0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2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4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6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7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9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1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6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7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38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0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328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PlaceHolder 4"/>
          <p:cNvSpPr>
            <a:spLocks noGrp="1"/>
          </p:cNvSpPr>
          <p:nvPr>
            <p:ph type="body"/>
          </p:nvPr>
        </p:nvSpPr>
        <p:spPr>
          <a:xfrm>
            <a:off x="5149800" y="30430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2" r:id="rId2"/>
  </p:sldLayoutIdLst>
</p:sldMaster>
</file>

<file path=ppt/slideMasters/slideMaster4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184;p40"/>
          <p:cNvSpPr/>
          <p:nvPr/>
        </p:nvSpPr>
        <p:spPr>
          <a:xfrm>
            <a:off x="20160" y="606600"/>
            <a:ext cx="6117120" cy="17280"/>
          </a:xfrm>
          <a:custGeom>
            <a:avLst/>
            <a:gdLst>
              <a:gd name="textAreaLeft" fmla="*/ 0 w 6117120"/>
              <a:gd name="textAreaRight" fmla="*/ 6117840 w 6117120"/>
              <a:gd name="textAreaTop" fmla="*/ 0 h 17280"/>
              <a:gd name="textAreaBottom" fmla="*/ 18000 h 17280"/>
            </a:gdLst>
            <a:ahLst/>
            <a:rect l="textAreaLeft" t="textAreaTop" r="textAreaRight" b="textAreaBottom"/>
            <a:pathLst>
              <a:path w="17002" h="52">
                <a:moveTo>
                  <a:pt x="25" y="0"/>
                </a:moveTo>
                <a:cubicBezTo>
                  <a:pt x="12" y="0"/>
                  <a:pt x="0" y="12"/>
                  <a:pt x="0" y="25"/>
                </a:cubicBezTo>
                <a:lnTo>
                  <a:pt x="0" y="25"/>
                </a:lnTo>
                <a:cubicBezTo>
                  <a:pt x="0" y="38"/>
                  <a:pt x="12" y="51"/>
                  <a:pt x="25" y="51"/>
                </a:cubicBezTo>
                <a:lnTo>
                  <a:pt x="16975" y="51"/>
                </a:lnTo>
                <a:cubicBezTo>
                  <a:pt x="16988" y="51"/>
                  <a:pt x="17001" y="38"/>
                  <a:pt x="17001" y="25"/>
                </a:cubicBezTo>
                <a:lnTo>
                  <a:pt x="17001" y="25"/>
                </a:lnTo>
                <a:cubicBezTo>
                  <a:pt x="17001" y="12"/>
                  <a:pt x="16988" y="0"/>
                  <a:pt x="16975" y="0"/>
                </a:cubicBezTo>
                <a:lnTo>
                  <a:pt x="25" y="0"/>
                </a:lnTo>
              </a:path>
            </a:pathLst>
          </a:custGeom>
          <a:gradFill rotWithShape="0">
            <a:gsLst>
              <a:gs pos="0">
                <a:srgbClr val="cccccc"/>
              </a:gs>
              <a:gs pos="100000">
                <a:srgbClr val="333333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000" bIns="90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5" name="Google Shape;185;p40"/>
          <p:cNvSpPr/>
          <p:nvPr/>
        </p:nvSpPr>
        <p:spPr>
          <a:xfrm>
            <a:off x="4428720" y="840240"/>
            <a:ext cx="5671080" cy="6480"/>
          </a:xfrm>
          <a:custGeom>
            <a:avLst/>
            <a:gdLst>
              <a:gd name="textAreaLeft" fmla="*/ 0 w 5671080"/>
              <a:gd name="textAreaRight" fmla="*/ 5671800 w 56710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5763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5751" y="21"/>
                </a:lnTo>
                <a:cubicBezTo>
                  <a:pt x="15756" y="21"/>
                  <a:pt x="15762" y="15"/>
                  <a:pt x="15762" y="10"/>
                </a:cubicBezTo>
                <a:lnTo>
                  <a:pt x="15762" y="10"/>
                </a:lnTo>
                <a:cubicBezTo>
                  <a:pt x="15762" y="5"/>
                  <a:pt x="15756" y="0"/>
                  <a:pt x="15751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Google Shape;186;p40"/>
          <p:cNvSpPr/>
          <p:nvPr/>
        </p:nvSpPr>
        <p:spPr>
          <a:xfrm>
            <a:off x="9815760" y="473760"/>
            <a:ext cx="6480" cy="492480"/>
          </a:xfrm>
          <a:custGeom>
            <a:avLst/>
            <a:gdLst>
              <a:gd name="textAreaLeft" fmla="*/ 0 w 6480"/>
              <a:gd name="textAreaRight" fmla="*/ 7200 w 6480"/>
              <a:gd name="textAreaTop" fmla="*/ 0 h 492480"/>
              <a:gd name="textAreaBottom" fmla="*/ 493200 h 492480"/>
            </a:gdLst>
            <a:ahLst/>
            <a:rect l="textAreaLeft" t="textAreaTop" r="textAreaRight" b="textAreaBottom"/>
            <a:pathLst>
              <a:path w="22" h="1371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360"/>
                </a:lnTo>
                <a:cubicBezTo>
                  <a:pt x="0" y="1365"/>
                  <a:pt x="5" y="1370"/>
                  <a:pt x="10" y="1370"/>
                </a:cubicBezTo>
                <a:lnTo>
                  <a:pt x="10" y="1370"/>
                </a:lnTo>
                <a:cubicBezTo>
                  <a:pt x="15" y="1370"/>
                  <a:pt x="21" y="1365"/>
                  <a:pt x="21" y="1360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Google Shape;187;p40"/>
          <p:cNvSpPr/>
          <p:nvPr/>
        </p:nvSpPr>
        <p:spPr>
          <a:xfrm>
            <a:off x="5641200" y="519336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Google Shape;188;p40"/>
          <p:cNvSpPr/>
          <p:nvPr/>
        </p:nvSpPr>
        <p:spPr>
          <a:xfrm>
            <a:off x="9255960" y="491580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Google Shape;189;p40"/>
          <p:cNvSpPr/>
          <p:nvPr/>
        </p:nvSpPr>
        <p:spPr>
          <a:xfrm>
            <a:off x="973440" y="5193000"/>
            <a:ext cx="3719880" cy="6480"/>
          </a:xfrm>
          <a:custGeom>
            <a:avLst/>
            <a:gdLst>
              <a:gd name="textAreaLeft" fmla="*/ 0 w 3719880"/>
              <a:gd name="textAreaRight" fmla="*/ 3720600 w 3719880"/>
              <a:gd name="textAreaTop" fmla="*/ 0 h 6480"/>
              <a:gd name="textAreaBottom" fmla="*/ 7200 h 6480"/>
            </a:gdLst>
            <a:ahLst/>
            <a:rect l="textAreaLeft" t="textAreaTop" r="textAreaRight" b="textAreaBottom"/>
            <a:pathLst>
              <a:path w="10341" h="2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10"/>
                </a:lnTo>
                <a:cubicBezTo>
                  <a:pt x="0" y="15"/>
                  <a:pt x="5" y="21"/>
                  <a:pt x="10" y="21"/>
                </a:cubicBezTo>
                <a:lnTo>
                  <a:pt x="10329" y="21"/>
                </a:lnTo>
                <a:cubicBezTo>
                  <a:pt x="10334" y="21"/>
                  <a:pt x="10340" y="15"/>
                  <a:pt x="10340" y="10"/>
                </a:cubicBezTo>
                <a:lnTo>
                  <a:pt x="10340" y="10"/>
                </a:lnTo>
                <a:cubicBezTo>
                  <a:pt x="10340" y="5"/>
                  <a:pt x="10334" y="0"/>
                  <a:pt x="10329" y="0"/>
                </a:cubicBezTo>
                <a:lnTo>
                  <a:pt x="10" y="0"/>
                </a:lnTo>
              </a:path>
            </a:pathLst>
          </a:custGeom>
          <a:gradFill rotWithShape="0">
            <a:gsLst>
              <a:gs pos="0">
                <a:srgbClr val="333333"/>
              </a:gs>
              <a:gs pos="100000">
                <a:srgbClr val="cccccc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3600" bIns="36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Google Shape;190;p40"/>
          <p:cNvSpPr/>
          <p:nvPr/>
        </p:nvSpPr>
        <p:spPr>
          <a:xfrm>
            <a:off x="4587840" y="4912560"/>
            <a:ext cx="6480" cy="348840"/>
          </a:xfrm>
          <a:custGeom>
            <a:avLst/>
            <a:gdLst>
              <a:gd name="textAreaLeft" fmla="*/ 0 w 6480"/>
              <a:gd name="textAreaRight" fmla="*/ 7200 w 6480"/>
              <a:gd name="textAreaTop" fmla="*/ 0 h 348840"/>
              <a:gd name="textAreaBottom" fmla="*/ 349560 h 348840"/>
            </a:gdLst>
            <a:ahLst/>
            <a:rect l="textAreaLeft" t="textAreaTop" r="textAreaRight" b="textAreaBottom"/>
            <a:pathLst>
              <a:path w="22" h="972">
                <a:moveTo>
                  <a:pt x="10" y="0"/>
                </a:moveTo>
                <a:cubicBezTo>
                  <a:pt x="5" y="0"/>
                  <a:pt x="0" y="5"/>
                  <a:pt x="0" y="10"/>
                </a:cubicBezTo>
                <a:lnTo>
                  <a:pt x="0" y="961"/>
                </a:lnTo>
                <a:cubicBezTo>
                  <a:pt x="0" y="966"/>
                  <a:pt x="5" y="971"/>
                  <a:pt x="10" y="971"/>
                </a:cubicBezTo>
                <a:lnTo>
                  <a:pt x="10" y="971"/>
                </a:lnTo>
                <a:cubicBezTo>
                  <a:pt x="15" y="971"/>
                  <a:pt x="21" y="966"/>
                  <a:pt x="21" y="961"/>
                </a:cubicBezTo>
                <a:lnTo>
                  <a:pt x="21" y="10"/>
                </a:lnTo>
                <a:cubicBezTo>
                  <a:pt x="21" y="5"/>
                  <a:pt x="15" y="0"/>
                  <a:pt x="10" y="0"/>
                </a:cubicBezTo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Google Shape;191;p40"/>
          <p:cNvSpPr/>
          <p:nvPr/>
        </p:nvSpPr>
        <p:spPr>
          <a:xfrm>
            <a:off x="5052960" y="1036440"/>
            <a:ext cx="10080" cy="3699360"/>
          </a:xfrm>
          <a:custGeom>
            <a:avLst/>
            <a:gdLst>
              <a:gd name="textAreaLeft" fmla="*/ 0 w 10080"/>
              <a:gd name="textAreaRight" fmla="*/ 10800 w 10080"/>
              <a:gd name="textAreaTop" fmla="*/ 0 h 3699360"/>
              <a:gd name="textAreaBottom" fmla="*/ 3700080 h 3699360"/>
            </a:gdLst>
            <a:ahLst/>
            <a:rect l="textAreaLeft" t="textAreaTop" r="textAreaRight" b="textAreaBottom"/>
            <a:pathLst>
              <a:path w="32" h="10282">
                <a:moveTo>
                  <a:pt x="15" y="0"/>
                </a:moveTo>
                <a:cubicBezTo>
                  <a:pt x="7" y="0"/>
                  <a:pt x="0" y="7"/>
                  <a:pt x="0" y="15"/>
                </a:cubicBezTo>
                <a:lnTo>
                  <a:pt x="0" y="10265"/>
                </a:lnTo>
                <a:cubicBezTo>
                  <a:pt x="0" y="10273"/>
                  <a:pt x="7" y="10281"/>
                  <a:pt x="15" y="10281"/>
                </a:cubicBezTo>
                <a:lnTo>
                  <a:pt x="15" y="10281"/>
                </a:lnTo>
                <a:cubicBezTo>
                  <a:pt x="23" y="10281"/>
                  <a:pt x="31" y="10273"/>
                  <a:pt x="31" y="10265"/>
                </a:cubicBezTo>
                <a:lnTo>
                  <a:pt x="31" y="15"/>
                </a:lnTo>
                <a:cubicBezTo>
                  <a:pt x="31" y="7"/>
                  <a:pt x="23" y="0"/>
                  <a:pt x="15" y="0"/>
                </a:cubicBezTo>
              </a:path>
            </a:pathLst>
          </a:custGeom>
          <a:gradFill rotWithShape="0">
            <a:gsLst>
              <a:gs pos="0">
                <a:srgbClr val="111111"/>
              </a:gs>
              <a:gs pos="50000">
                <a:srgbClr val="cccccc"/>
              </a:gs>
              <a:gs pos="100000">
                <a:srgbClr val="111111"/>
              </a:gs>
            </a:gsLst>
            <a:lin ang="540000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PlaceHolder 2"/>
          <p:cNvSpPr>
            <a:spLocks noGrp="1"/>
          </p:cNvSpPr>
          <p:nvPr>
            <p:ph type="body"/>
          </p:nvPr>
        </p:nvSpPr>
        <p:spPr>
          <a:xfrm>
            <a:off x="50328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PlaceHolder 3"/>
          <p:cNvSpPr>
            <a:spLocks noGrp="1"/>
          </p:cNvSpPr>
          <p:nvPr>
            <p:ph type="body"/>
          </p:nvPr>
        </p:nvSpPr>
        <p:spPr>
          <a:xfrm>
            <a:off x="5149800" y="1325880"/>
            <a:ext cx="442440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6111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PlaceHolder 4"/>
          <p:cNvSpPr>
            <a:spLocks noGrp="1"/>
          </p:cNvSpPr>
          <p:nvPr>
            <p:ph type="body"/>
          </p:nvPr>
        </p:nvSpPr>
        <p:spPr>
          <a:xfrm>
            <a:off x="503280" y="3043080"/>
            <a:ext cx="9067320" cy="156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5000" lnSpcReduction="20000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44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244;p53"/>
          <p:cNvSpPr/>
          <p:nvPr/>
        </p:nvSpPr>
        <p:spPr>
          <a:xfrm>
            <a:off x="227880" y="1599480"/>
            <a:ext cx="899568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Switching Circuit &amp; Logic Design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Google Shape;245;p53"/>
          <p:cNvSpPr/>
          <p:nvPr/>
        </p:nvSpPr>
        <p:spPr>
          <a:xfrm>
            <a:off x="2998080" y="3198960"/>
            <a:ext cx="4088160" cy="3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Lecture 15 : Quinn-McCluskey Method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250;p54"/>
          <p:cNvSpPr/>
          <p:nvPr/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What we learned 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Google Shape;251;p54"/>
          <p:cNvSpPr/>
          <p:nvPr/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Fundamental : PA + PA’ = P(A+A’) = P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Σ</a:t>
            </a:r>
            <a:r>
              <a:rPr b="0" lang="en-US" sz="3200" spc="-1" strike="noStrike" baseline="-25000">
                <a:solidFill>
                  <a:srgbClr val="000000"/>
                </a:solidFill>
                <a:latin typeface="Arial"/>
                <a:ea typeface="Arial"/>
              </a:rPr>
              <a:t>m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(0,1,4,5) = A’B’C’ + A’B’C + AB’C’ + AB’C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= A’B’ (C’ + C) + AB’ (C’+C) = (A’+A)B’ = B’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Font typeface="Noto Sans Symbols"/>
              <a:buChar char="−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Step 1 : Combined two pairs of adjacent terms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Font typeface="Noto Sans Symbols"/>
              <a:buChar char="−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Step 2 : Two terms combined again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256;p55"/>
          <p:cNvSpPr/>
          <p:nvPr/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Which terms can be paired ?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Google Shape;257;p55"/>
          <p:cNvSpPr/>
          <p:nvPr/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If the terms differ in one position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Font typeface="Noto Sans Symbols"/>
              <a:buChar char="−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AB’C + ABC = A(B’+B)C = AC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Font typeface="Noto Sans Symbols"/>
              <a:buChar char="−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AB’CD’ + AB’CD = AB’C(D’+D) = AB’C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Font typeface="Noto Sans Symbols"/>
              <a:buChar char="−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  <a:ea typeface="Arial"/>
              </a:rPr>
              <a:t>Etc.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262;p56"/>
          <p:cNvSpPr/>
          <p:nvPr/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Quine-McCluskey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Google Shape;263;p56"/>
          <p:cNvSpPr/>
          <p:nvPr/>
        </p:nvSpPr>
        <p:spPr>
          <a:xfrm>
            <a:off x="503280" y="1325880"/>
            <a:ext cx="9067320" cy="328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75000"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List all minterms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Arrange all minterms in groups of same numbers of 1’s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Compare each term of the lower index group with every term in the succeeding group.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Combined terms : Original fixed representation with the differing one replaced by a dash (-).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Font typeface="Noto Sans Symbols"/>
              <a:buAutoNum type="arabicPeriod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  <a:ea typeface="Arial"/>
              </a:rPr>
              <a:t>Combine the terms generated in Step 3 in the same fashion.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268;p57"/>
          <p:cNvSpPr/>
          <p:nvPr/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Google Shape;269;p57"/>
          <p:cNvSpPr/>
          <p:nvPr/>
        </p:nvSpPr>
        <p:spPr>
          <a:xfrm>
            <a:off x="1737720" y="1145880"/>
            <a:ext cx="35816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F =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Σ</a:t>
            </a:r>
            <a:r>
              <a:rPr b="0" lang="en-US" sz="1800" spc="-1" strike="noStrike" baseline="-25000">
                <a:solidFill>
                  <a:srgbClr val="000000"/>
                </a:solidFill>
                <a:latin typeface="Arial"/>
                <a:ea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(0, 1, 6, 7, 8, 9, 13, 14, 15)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0" name="Google Shape;270;p57"/>
          <p:cNvGraphicFramePr/>
          <p:nvPr/>
        </p:nvGraphicFramePr>
        <p:xfrm>
          <a:off x="2495880" y="1686240"/>
          <a:ext cx="5072760" cy="3351240"/>
        </p:xfrm>
        <a:graphic>
          <a:graphicData uri="http://schemas.openxmlformats.org/drawingml/2006/table">
            <a:tbl>
              <a:tblPr/>
              <a:tblGrid>
                <a:gridCol w="1691280"/>
                <a:gridCol w="1691280"/>
                <a:gridCol w="1690560"/>
              </a:tblGrid>
              <a:tr h="3661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MinTerm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Binary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508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0001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411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0110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96084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0111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1101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275;p58"/>
          <p:cNvSpPr/>
          <p:nvPr/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Example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02" name="Google Shape;276;p58"/>
          <p:cNvGraphicFramePr/>
          <p:nvPr/>
        </p:nvGraphicFramePr>
        <p:xfrm>
          <a:off x="228600" y="1686240"/>
          <a:ext cx="3292200" cy="3692880"/>
        </p:xfrm>
        <a:graphic>
          <a:graphicData uri="http://schemas.openxmlformats.org/drawingml/2006/table">
            <a:tbl>
              <a:tblPr/>
              <a:tblGrid>
                <a:gridCol w="936000"/>
                <a:gridCol w="957240"/>
                <a:gridCol w="1399320"/>
              </a:tblGrid>
              <a:tr h="369360">
                <a:tc gridSpan="3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Column 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93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MinTerm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Binary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3693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4584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0001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4584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0110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1001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9226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0111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1101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37044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3" name="Google Shape;277;p58"/>
          <p:cNvGraphicFramePr/>
          <p:nvPr/>
        </p:nvGraphicFramePr>
        <p:xfrm>
          <a:off x="4187520" y="1479600"/>
          <a:ext cx="5072760" cy="3811320"/>
        </p:xfrm>
        <a:graphic>
          <a:graphicData uri="http://schemas.openxmlformats.org/drawingml/2006/table">
            <a:tbl>
              <a:tblPr/>
              <a:tblGrid>
                <a:gridCol w="1014840"/>
                <a:gridCol w="1014840"/>
                <a:gridCol w="1014840"/>
                <a:gridCol w="1014840"/>
                <a:gridCol w="1013760"/>
              </a:tblGrid>
              <a:tr h="366120">
                <a:tc gridSpan="5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Column 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Pairs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847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847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1,9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8,9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10263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6,7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6,14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9,13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832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7,15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14,15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4" name="Google Shape;282;p 1"/>
          <p:cNvGraphicFramePr/>
          <p:nvPr/>
        </p:nvGraphicFramePr>
        <p:xfrm>
          <a:off x="660960" y="975960"/>
          <a:ext cx="2926080" cy="3811320"/>
        </p:xfrm>
        <a:graphic>
          <a:graphicData uri="http://schemas.openxmlformats.org/drawingml/2006/table">
            <a:tbl>
              <a:tblPr/>
              <a:tblGrid>
                <a:gridCol w="690120"/>
                <a:gridCol w="410400"/>
                <a:gridCol w="601920"/>
                <a:gridCol w="591840"/>
                <a:gridCol w="632160"/>
              </a:tblGrid>
              <a:tr h="366120">
                <a:tc gridSpan="5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Column 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Pairs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847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847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1,9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8,9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10263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6,7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6,14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9,13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832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7,15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14,15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5" name="Google Shape;283;p 1"/>
          <p:cNvGraphicFramePr/>
          <p:nvPr/>
        </p:nvGraphicFramePr>
        <p:xfrm>
          <a:off x="4259520" y="1731600"/>
          <a:ext cx="5072760" cy="1391040"/>
        </p:xfrm>
        <a:graphic>
          <a:graphicData uri="http://schemas.openxmlformats.org/drawingml/2006/table">
            <a:tbl>
              <a:tblPr/>
              <a:tblGrid>
                <a:gridCol w="1101960"/>
                <a:gridCol w="927000"/>
                <a:gridCol w="1014840"/>
                <a:gridCol w="1014840"/>
                <a:gridCol w="1014480"/>
              </a:tblGrid>
              <a:tr h="346320">
                <a:tc gridSpan="5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Column 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Quads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0,8,1,9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6,14,7,15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6" name="Google Shape;282;p 2"/>
          <p:cNvGraphicFramePr/>
          <p:nvPr/>
        </p:nvGraphicFramePr>
        <p:xfrm>
          <a:off x="660960" y="975960"/>
          <a:ext cx="2926080" cy="3811320"/>
        </p:xfrm>
        <a:graphic>
          <a:graphicData uri="http://schemas.openxmlformats.org/drawingml/2006/table">
            <a:tbl>
              <a:tblPr/>
              <a:tblGrid>
                <a:gridCol w="690120"/>
                <a:gridCol w="410400"/>
                <a:gridCol w="601920"/>
                <a:gridCol w="591840"/>
                <a:gridCol w="632160"/>
              </a:tblGrid>
              <a:tr h="366120">
                <a:tc gridSpan="5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Colum</a:t>
                      </a: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n 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Pairs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847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847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1,9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8,9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102636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6,7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6,14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9,13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6832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7,15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14,15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07" name="Google Shape;283;p 3"/>
          <p:cNvGraphicFramePr/>
          <p:nvPr/>
        </p:nvGraphicFramePr>
        <p:xfrm>
          <a:off x="4259520" y="1731600"/>
          <a:ext cx="5072760" cy="1391040"/>
        </p:xfrm>
        <a:graphic>
          <a:graphicData uri="http://schemas.openxmlformats.org/drawingml/2006/table">
            <a:tbl>
              <a:tblPr/>
              <a:tblGrid>
                <a:gridCol w="1101960"/>
                <a:gridCol w="927000"/>
                <a:gridCol w="1014840"/>
                <a:gridCol w="1014840"/>
                <a:gridCol w="1014480"/>
              </a:tblGrid>
              <a:tr h="346320">
                <a:tc gridSpan="5"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Column 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Quads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B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0,8,1,9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  <a:tr h="3463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6,14,7,15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-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36000" marR="36000">
                    <a:lnL w="9360">
                      <a:solidFill>
                        <a:srgbClr val="e1f50c"/>
                      </a:solidFill>
                      <a:prstDash val="solid"/>
                    </a:lnL>
                    <a:lnR w="9360">
                      <a:solidFill>
                        <a:srgbClr val="e1f50c"/>
                      </a:solidFill>
                      <a:prstDash val="solid"/>
                    </a:lnR>
                    <a:lnT w="9360">
                      <a:solidFill>
                        <a:srgbClr val="e1f50c"/>
                      </a:solidFill>
                      <a:prstDash val="solid"/>
                    </a:lnT>
                    <a:lnB w="9360">
                      <a:solidFill>
                        <a:srgbClr val="e1f50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08" name="Google Shape;284;p 3"/>
          <p:cNvSpPr/>
          <p:nvPr/>
        </p:nvSpPr>
        <p:spPr>
          <a:xfrm>
            <a:off x="6480000" y="2457360"/>
            <a:ext cx="1626480" cy="276840"/>
          </a:xfrm>
          <a:prstGeom prst="ellipse">
            <a:avLst/>
          </a:prstGeom>
          <a:noFill/>
          <a:ln w="45700">
            <a:solidFill>
              <a:srgbClr val="a9002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Google Shape;285;p 3"/>
          <p:cNvSpPr/>
          <p:nvPr/>
        </p:nvSpPr>
        <p:spPr>
          <a:xfrm>
            <a:off x="6480000" y="2781360"/>
            <a:ext cx="1626480" cy="276840"/>
          </a:xfrm>
          <a:prstGeom prst="ellipse">
            <a:avLst/>
          </a:prstGeom>
          <a:noFill/>
          <a:ln w="45700">
            <a:solidFill>
              <a:srgbClr val="0700a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Google Shape;286;p 3"/>
          <p:cNvSpPr/>
          <p:nvPr/>
        </p:nvSpPr>
        <p:spPr>
          <a:xfrm>
            <a:off x="228600" y="3513600"/>
            <a:ext cx="3657600" cy="525600"/>
          </a:xfrm>
          <a:prstGeom prst="ellipse">
            <a:avLst/>
          </a:prstGeom>
          <a:noFill/>
          <a:ln w="45700">
            <a:solidFill>
              <a:srgbClr val="fedf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291;p60"/>
          <p:cNvSpPr/>
          <p:nvPr/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With K-Map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Google Shape;292;p60"/>
          <p:cNvSpPr/>
          <p:nvPr/>
        </p:nvSpPr>
        <p:spPr>
          <a:xfrm>
            <a:off x="1738440" y="986040"/>
            <a:ext cx="3581640" cy="42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F = </a:t>
            </a:r>
            <a:r>
              <a:rPr b="0" lang="en-US" sz="18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Σ</a:t>
            </a:r>
            <a:r>
              <a:rPr b="0" lang="en-US" sz="1800" spc="-1" strike="noStrike" baseline="-25000">
                <a:solidFill>
                  <a:srgbClr val="000000"/>
                </a:solidFill>
                <a:latin typeface="Arial"/>
                <a:ea typeface="Arial"/>
              </a:rPr>
              <a:t>m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Arial"/>
              </a:rPr>
              <a:t> (0, 1, 6, 7, 8, 9, 13, 14, 15)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13" name="Google Shape;293;p60"/>
          <p:cNvGraphicFramePr/>
          <p:nvPr/>
        </p:nvGraphicFramePr>
        <p:xfrm>
          <a:off x="1171800" y="1575000"/>
          <a:ext cx="7734960" cy="3760200"/>
        </p:xfrm>
        <a:graphic>
          <a:graphicData uri="http://schemas.openxmlformats.org/drawingml/2006/table">
            <a:tbl>
              <a:tblPr/>
              <a:tblGrid>
                <a:gridCol w="1546560"/>
                <a:gridCol w="1546560"/>
                <a:gridCol w="1546560"/>
                <a:gridCol w="1546560"/>
                <a:gridCol w="1549080"/>
              </a:tblGrid>
              <a:tr h="736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AB\CD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736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736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7765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  <a:tr h="77508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514" name="Google Shape;294;p60"/>
          <p:cNvSpPr/>
          <p:nvPr/>
        </p:nvSpPr>
        <p:spPr>
          <a:xfrm>
            <a:off x="6304320" y="2836080"/>
            <a:ext cx="2134440" cy="1637640"/>
          </a:xfrm>
          <a:prstGeom prst="ellipse">
            <a:avLst/>
          </a:prstGeom>
          <a:noFill/>
          <a:ln w="45700">
            <a:solidFill>
              <a:srgbClr val="fedf0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5" name="Google Shape;295;p60"/>
          <p:cNvGrpSpPr/>
          <p:nvPr/>
        </p:nvGrpSpPr>
        <p:grpSpPr>
          <a:xfrm>
            <a:off x="3115080" y="4233960"/>
            <a:ext cx="2303640" cy="1212120"/>
            <a:chOff x="3115080" y="4233960"/>
            <a:chExt cx="2303640" cy="1212120"/>
          </a:xfrm>
        </p:grpSpPr>
        <p:cxnSp>
          <p:nvCxnSpPr>
            <p:cNvPr id="516" name="Google Shape;296;p60"/>
            <p:cNvCxnSpPr/>
            <p:nvPr/>
          </p:nvCxnSpPr>
          <p:spPr>
            <a:xfrm flipV="1">
              <a:off x="3115080" y="4233960"/>
              <a:ext cx="720" cy="1212120"/>
            </a:xfrm>
            <a:prstGeom prst="straightConnector1">
              <a:avLst/>
            </a:prstGeom>
            <a:ln w="45700">
              <a:solidFill>
                <a:srgbClr val="f51123"/>
              </a:solidFill>
              <a:round/>
            </a:ln>
          </p:spPr>
        </p:cxnSp>
        <p:cxnSp>
          <p:nvCxnSpPr>
            <p:cNvPr id="517" name="Google Shape;297;p60"/>
            <p:cNvCxnSpPr/>
            <p:nvPr/>
          </p:nvCxnSpPr>
          <p:spPr>
            <a:xfrm flipV="1">
              <a:off x="5418360" y="4234320"/>
              <a:ext cx="720" cy="1212120"/>
            </a:xfrm>
            <a:prstGeom prst="straightConnector1">
              <a:avLst/>
            </a:prstGeom>
            <a:ln w="45700">
              <a:solidFill>
                <a:srgbClr val="f51123"/>
              </a:solidFill>
              <a:round/>
            </a:ln>
          </p:spPr>
        </p:cxnSp>
        <p:cxnSp>
          <p:nvCxnSpPr>
            <p:cNvPr id="518" name="Google Shape;298;p60"/>
            <p:cNvCxnSpPr/>
            <p:nvPr/>
          </p:nvCxnSpPr>
          <p:spPr>
            <a:xfrm flipH="1">
              <a:off x="3115080" y="4234320"/>
              <a:ext cx="2304000" cy="720"/>
            </a:xfrm>
            <a:prstGeom prst="straightConnector1">
              <a:avLst/>
            </a:prstGeom>
            <a:ln w="45700">
              <a:solidFill>
                <a:srgbClr val="f51123"/>
              </a:solidFill>
              <a:round/>
            </a:ln>
          </p:spPr>
        </p:cxnSp>
      </p:grpSp>
      <p:grpSp>
        <p:nvGrpSpPr>
          <p:cNvPr id="519" name="Google Shape;299;p60"/>
          <p:cNvGrpSpPr/>
          <p:nvPr/>
        </p:nvGrpSpPr>
        <p:grpSpPr>
          <a:xfrm>
            <a:off x="3117600" y="2003040"/>
            <a:ext cx="2304000" cy="1211760"/>
            <a:chOff x="3117600" y="2003040"/>
            <a:chExt cx="2304000" cy="1211760"/>
          </a:xfrm>
        </p:grpSpPr>
        <p:cxnSp>
          <p:nvCxnSpPr>
            <p:cNvPr id="520" name="Google Shape;300;p60"/>
            <p:cNvCxnSpPr/>
            <p:nvPr/>
          </p:nvCxnSpPr>
          <p:spPr>
            <a:xfrm>
              <a:off x="5420880" y="2003040"/>
              <a:ext cx="1080" cy="1212120"/>
            </a:xfrm>
            <a:prstGeom prst="straightConnector1">
              <a:avLst/>
            </a:prstGeom>
            <a:ln w="45700">
              <a:solidFill>
                <a:srgbClr val="f51123"/>
              </a:solidFill>
              <a:round/>
            </a:ln>
          </p:spPr>
        </p:cxnSp>
        <p:cxnSp>
          <p:nvCxnSpPr>
            <p:cNvPr id="521" name="Google Shape;301;p60"/>
            <p:cNvCxnSpPr/>
            <p:nvPr/>
          </p:nvCxnSpPr>
          <p:spPr>
            <a:xfrm>
              <a:off x="3117600" y="2003040"/>
              <a:ext cx="1080" cy="1212120"/>
            </a:xfrm>
            <a:prstGeom prst="straightConnector1">
              <a:avLst/>
            </a:prstGeom>
            <a:ln w="45700">
              <a:solidFill>
                <a:srgbClr val="f51123"/>
              </a:solidFill>
              <a:round/>
            </a:ln>
          </p:spPr>
        </p:cxnSp>
        <p:cxnSp>
          <p:nvCxnSpPr>
            <p:cNvPr id="522" name="Google Shape;302;p60"/>
            <p:cNvCxnSpPr/>
            <p:nvPr/>
          </p:nvCxnSpPr>
          <p:spPr>
            <a:xfrm flipV="1">
              <a:off x="3117960" y="3214080"/>
              <a:ext cx="2304000" cy="1080"/>
            </a:xfrm>
            <a:prstGeom prst="straightConnector1">
              <a:avLst/>
            </a:prstGeom>
            <a:ln w="45700">
              <a:solidFill>
                <a:srgbClr val="f51123"/>
              </a:solidFill>
              <a:round/>
            </a:ln>
          </p:spPr>
        </p:cxnSp>
      </p:grpSp>
      <p:sp>
        <p:nvSpPr>
          <p:cNvPr id="523" name="Google Shape;303;p60"/>
          <p:cNvSpPr/>
          <p:nvPr/>
        </p:nvSpPr>
        <p:spPr>
          <a:xfrm rot="5304000">
            <a:off x="4213440" y="4255920"/>
            <a:ext cx="1626120" cy="276840"/>
          </a:xfrm>
          <a:prstGeom prst="ellipse">
            <a:avLst/>
          </a:prstGeom>
          <a:noFill/>
          <a:ln w="45700">
            <a:solidFill>
              <a:srgbClr val="0700a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308;p61"/>
          <p:cNvSpPr/>
          <p:nvPr/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Minimise with QM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Google Shape;309;p61"/>
          <p:cNvSpPr/>
          <p:nvPr/>
        </p:nvSpPr>
        <p:spPr>
          <a:xfrm>
            <a:off x="143280" y="2405880"/>
            <a:ext cx="2828520" cy="59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56111"/>
          </a:bodyPr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Σ</a:t>
            </a:r>
            <a:r>
              <a:rPr b="0" lang="en-US" sz="3200" spc="-1" strike="noStrike" baseline="-25000">
                <a:solidFill>
                  <a:srgbClr val="000000"/>
                </a:solidFill>
                <a:latin typeface="Times New Roman"/>
                <a:ea typeface="Times New Roman"/>
              </a:rPr>
              <a:t>m</a:t>
            </a: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(6,7,8,9)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marL="432000" indent="-324000">
              <a:lnSpc>
                <a:spcPct val="100000"/>
              </a:lnSpc>
              <a:buClr>
                <a:srgbClr val="ffffff"/>
              </a:buClr>
              <a:buFont typeface="Noto Sans Symbols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+ d(10,11,12,13,14,15)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26" name="Google Shape;310;p61"/>
          <p:cNvGraphicFramePr/>
          <p:nvPr/>
        </p:nvGraphicFramePr>
        <p:xfrm>
          <a:off x="4620960" y="903960"/>
          <a:ext cx="5072760" cy="4203360"/>
        </p:xfrm>
        <a:graphic>
          <a:graphicData uri="http://schemas.openxmlformats.org/drawingml/2006/table">
            <a:tbl>
              <a:tblPr/>
              <a:tblGrid>
                <a:gridCol w="845640"/>
                <a:gridCol w="845640"/>
                <a:gridCol w="845640"/>
                <a:gridCol w="845640"/>
                <a:gridCol w="845640"/>
                <a:gridCol w="844920"/>
              </a:tblGrid>
              <a:tr h="3661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45648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45648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45648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45648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45648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45648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315;p62"/>
          <p:cNvSpPr/>
          <p:nvPr/>
        </p:nvSpPr>
        <p:spPr>
          <a:xfrm>
            <a:off x="143280" y="71280"/>
            <a:ext cx="9535320" cy="64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  <a:ea typeface="Arial"/>
              </a:rPr>
              <a:t>Minimise with QM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528" name="Google Shape;316;p62"/>
          <p:cNvGraphicFramePr/>
          <p:nvPr/>
        </p:nvGraphicFramePr>
        <p:xfrm>
          <a:off x="337680" y="1119960"/>
          <a:ext cx="3083040" cy="3464640"/>
        </p:xfrm>
        <a:graphic>
          <a:graphicData uri="http://schemas.openxmlformats.org/drawingml/2006/table">
            <a:tbl>
              <a:tblPr/>
              <a:tblGrid>
                <a:gridCol w="845640"/>
                <a:gridCol w="845640"/>
                <a:gridCol w="378720"/>
                <a:gridCol w="314640"/>
                <a:gridCol w="349920"/>
                <a:gridCol w="348840"/>
              </a:tblGrid>
              <a:tr h="3661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1366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12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136620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13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0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  <a:tr h="366120"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Index 4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15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8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</a:t>
                      </a:r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9360">
                      <a:solidFill>
                        <a:srgbClr val="fedf0e"/>
                      </a:solidFill>
                      <a:prstDash val="solid"/>
                    </a:lnL>
                    <a:lnR w="9360">
                      <a:solidFill>
                        <a:srgbClr val="fedf0e"/>
                      </a:solidFill>
                      <a:prstDash val="solid"/>
                    </a:lnR>
                    <a:lnT w="9360">
                      <a:solidFill>
                        <a:srgbClr val="fedf0e"/>
                      </a:solidFill>
                      <a:prstDash val="solid"/>
                    </a:lnT>
                    <a:lnB w="9360">
                      <a:solidFill>
                        <a:srgbClr val="fedf0e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529" name="Google Shape;317;p62"/>
          <p:cNvGraphicFramePr/>
          <p:nvPr/>
        </p:nvGraphicFramePr>
        <p:xfrm>
          <a:off x="4764240" y="243000"/>
          <a:ext cx="5072760" cy="3886200"/>
        </p:xfrm>
        <a:graphic>
          <a:graphicData uri="http://schemas.openxmlformats.org/drawingml/2006/table">
            <a:tbl>
              <a:tblPr/>
              <a:tblGrid>
                <a:gridCol w="1014840"/>
                <a:gridCol w="1014840"/>
                <a:gridCol w="1014840"/>
                <a:gridCol w="1014840"/>
                <a:gridCol w="1013760"/>
              </a:tblGrid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  <a:tr h="347760"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1080" rIns="9108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080" marR="91080">
                    <a:lnL w="9360">
                      <a:solidFill>
                        <a:srgbClr val="ff0000"/>
                      </a:solidFill>
                      <a:prstDash val="solid"/>
                    </a:lnL>
                    <a:lnR w="9360">
                      <a:solidFill>
                        <a:srgbClr val="ff0000"/>
                      </a:solidFill>
                      <a:prstDash val="solid"/>
                    </a:lnR>
                    <a:lnT w="9360">
                      <a:solidFill>
                        <a:srgbClr val="ff0000"/>
                      </a:solidFill>
                      <a:prstDash val="solid"/>
                    </a:lnT>
                    <a:lnB w="9360">
                      <a:solidFill>
                        <a:srgbClr val="ff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2025-10-07T20:38:49Z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