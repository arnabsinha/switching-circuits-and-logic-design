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96" r:id="rId3"/>
    <p:sldMasterId id="2147483697" r:id="rId4"/>
    <p:sldMasterId id="2147483698" r:id="rId5"/>
    <p:sldMasterId id="2147483699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</p:sldIdLst>
  <p:sldSz cy="5670550" cx="10080625"/>
  <p:notesSz cx="7559675" cy="10691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4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2.xml"/><Relationship Id="rId5" Type="http://schemas.openxmlformats.org/officeDocument/2006/relationships/slideMaster" Target="slideMasters/slideMaster3.xml"/><Relationship Id="rId6" Type="http://schemas.openxmlformats.org/officeDocument/2006/relationships/slideMaster" Target="slideMasters/slideMaster4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"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2"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/>
          <p:nvPr>
            <p:ph idx="1" type="subTitle"/>
          </p:nvPr>
        </p:nvSpPr>
        <p:spPr>
          <a:xfrm>
            <a:off x="144000" y="72000"/>
            <a:ext cx="9540000" cy="3004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8"/>
          <p:cNvSpPr txBox="1"/>
          <p:nvPr>
            <p:ph idx="1"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8"/>
          <p:cNvSpPr txBox="1"/>
          <p:nvPr>
            <p:ph idx="2"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3"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9"/>
          <p:cNvSpPr txBox="1"/>
          <p:nvPr>
            <p:ph idx="1"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9"/>
          <p:cNvSpPr txBox="1"/>
          <p:nvPr>
            <p:ph idx="2"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9"/>
          <p:cNvSpPr txBox="1"/>
          <p:nvPr>
            <p:ph idx="3"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0"/>
          <p:cNvSpPr txBox="1"/>
          <p:nvPr>
            <p:ph idx="1"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3"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" type="body"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1"/>
          <p:cNvSpPr txBox="1"/>
          <p:nvPr>
            <p:ph idx="2"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"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2"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2"/>
          <p:cNvSpPr txBox="1"/>
          <p:nvPr>
            <p:ph idx="3"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4"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" type="body"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2" type="body"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3" type="body"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4" type="body"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5" type="body"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6" type="body"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"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9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0"/>
          <p:cNvSpPr txBox="1"/>
          <p:nvPr>
            <p:ph idx="1" type="subTitle"/>
          </p:nvPr>
        </p:nvSpPr>
        <p:spPr>
          <a:xfrm>
            <a:off x="144000" y="72000"/>
            <a:ext cx="9540000" cy="3004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1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1"/>
          <p:cNvSpPr txBox="1"/>
          <p:nvPr>
            <p:ph idx="2"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1"/>
          <p:cNvSpPr txBox="1"/>
          <p:nvPr>
            <p:ph idx="3"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2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>
            <p:ph idx="1"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2"/>
          <p:cNvSpPr txBox="1"/>
          <p:nvPr>
            <p:ph idx="2"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2"/>
          <p:cNvSpPr txBox="1"/>
          <p:nvPr>
            <p:ph idx="3"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3"/>
          <p:cNvSpPr txBox="1"/>
          <p:nvPr>
            <p:ph idx="1"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3"/>
          <p:cNvSpPr txBox="1"/>
          <p:nvPr>
            <p:ph idx="2"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3"/>
          <p:cNvSpPr txBox="1"/>
          <p:nvPr>
            <p:ph idx="3"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4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4"/>
          <p:cNvSpPr txBox="1"/>
          <p:nvPr>
            <p:ph idx="1" type="body"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4"/>
          <p:cNvSpPr txBox="1"/>
          <p:nvPr>
            <p:ph idx="2"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5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5"/>
          <p:cNvSpPr txBox="1"/>
          <p:nvPr>
            <p:ph idx="1"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5"/>
          <p:cNvSpPr txBox="1"/>
          <p:nvPr>
            <p:ph idx="2"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5"/>
          <p:cNvSpPr txBox="1"/>
          <p:nvPr>
            <p:ph idx="3"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5"/>
          <p:cNvSpPr txBox="1"/>
          <p:nvPr>
            <p:ph idx="4"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6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6"/>
          <p:cNvSpPr txBox="1"/>
          <p:nvPr>
            <p:ph idx="1" type="body"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6"/>
          <p:cNvSpPr txBox="1"/>
          <p:nvPr>
            <p:ph idx="2" type="body"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6"/>
          <p:cNvSpPr txBox="1"/>
          <p:nvPr>
            <p:ph idx="3" type="body"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26"/>
          <p:cNvSpPr txBox="1"/>
          <p:nvPr>
            <p:ph idx="4" type="body"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6"/>
          <p:cNvSpPr txBox="1"/>
          <p:nvPr>
            <p:ph idx="5" type="body"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6"/>
          <p:cNvSpPr txBox="1"/>
          <p:nvPr>
            <p:ph idx="6" type="body"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8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28"/>
          <p:cNvSpPr txBox="1"/>
          <p:nvPr>
            <p:ph idx="1"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0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30"/>
          <p:cNvSpPr txBox="1"/>
          <p:nvPr>
            <p:ph idx="1"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1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31"/>
          <p:cNvSpPr txBox="1"/>
          <p:nvPr>
            <p:ph idx="1"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31"/>
          <p:cNvSpPr txBox="1"/>
          <p:nvPr>
            <p:ph idx="2"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2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3"/>
          <p:cNvSpPr txBox="1"/>
          <p:nvPr>
            <p:ph idx="1" type="subTitle"/>
          </p:nvPr>
        </p:nvSpPr>
        <p:spPr>
          <a:xfrm>
            <a:off x="144000" y="72000"/>
            <a:ext cx="9540000" cy="3004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4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34"/>
          <p:cNvSpPr txBox="1"/>
          <p:nvPr>
            <p:ph idx="1"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34"/>
          <p:cNvSpPr txBox="1"/>
          <p:nvPr>
            <p:ph idx="2"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34"/>
          <p:cNvSpPr txBox="1"/>
          <p:nvPr>
            <p:ph idx="3"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5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35"/>
          <p:cNvSpPr txBox="1"/>
          <p:nvPr>
            <p:ph idx="1"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35"/>
          <p:cNvSpPr txBox="1"/>
          <p:nvPr>
            <p:ph idx="2"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35"/>
          <p:cNvSpPr txBox="1"/>
          <p:nvPr>
            <p:ph idx="3"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6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36"/>
          <p:cNvSpPr txBox="1"/>
          <p:nvPr>
            <p:ph idx="1"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36"/>
          <p:cNvSpPr txBox="1"/>
          <p:nvPr>
            <p:ph idx="2"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36"/>
          <p:cNvSpPr txBox="1"/>
          <p:nvPr>
            <p:ph idx="3"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7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37"/>
          <p:cNvSpPr txBox="1"/>
          <p:nvPr>
            <p:ph idx="1" type="body"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37"/>
          <p:cNvSpPr txBox="1"/>
          <p:nvPr>
            <p:ph idx="2"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8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38"/>
          <p:cNvSpPr txBox="1"/>
          <p:nvPr>
            <p:ph idx="1"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38"/>
          <p:cNvSpPr txBox="1"/>
          <p:nvPr>
            <p:ph idx="2"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38"/>
          <p:cNvSpPr txBox="1"/>
          <p:nvPr>
            <p:ph idx="3"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38"/>
          <p:cNvSpPr txBox="1"/>
          <p:nvPr>
            <p:ph idx="4"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9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39"/>
          <p:cNvSpPr txBox="1"/>
          <p:nvPr>
            <p:ph idx="1" type="body"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39"/>
          <p:cNvSpPr txBox="1"/>
          <p:nvPr>
            <p:ph idx="2" type="body"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39"/>
          <p:cNvSpPr txBox="1"/>
          <p:nvPr>
            <p:ph idx="3" type="body"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39"/>
          <p:cNvSpPr txBox="1"/>
          <p:nvPr>
            <p:ph idx="4" type="body"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39"/>
          <p:cNvSpPr txBox="1"/>
          <p:nvPr>
            <p:ph idx="5" type="body"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39"/>
          <p:cNvSpPr txBox="1"/>
          <p:nvPr>
            <p:ph idx="6" type="body"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2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42"/>
          <p:cNvSpPr txBox="1"/>
          <p:nvPr>
            <p:ph idx="1"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43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43"/>
          <p:cNvSpPr txBox="1"/>
          <p:nvPr>
            <p:ph idx="1"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44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44"/>
          <p:cNvSpPr txBox="1"/>
          <p:nvPr>
            <p:ph idx="1"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44"/>
          <p:cNvSpPr txBox="1"/>
          <p:nvPr>
            <p:ph idx="2"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5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6"/>
          <p:cNvSpPr txBox="1"/>
          <p:nvPr>
            <p:ph idx="1" type="subTitle"/>
          </p:nvPr>
        </p:nvSpPr>
        <p:spPr>
          <a:xfrm>
            <a:off x="144000" y="72000"/>
            <a:ext cx="9540000" cy="3004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47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47"/>
          <p:cNvSpPr txBox="1"/>
          <p:nvPr>
            <p:ph idx="1"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47"/>
          <p:cNvSpPr txBox="1"/>
          <p:nvPr>
            <p:ph idx="2"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47"/>
          <p:cNvSpPr txBox="1"/>
          <p:nvPr>
            <p:ph idx="3"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8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48"/>
          <p:cNvSpPr txBox="1"/>
          <p:nvPr>
            <p:ph idx="1"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48"/>
          <p:cNvSpPr txBox="1"/>
          <p:nvPr>
            <p:ph idx="2"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48"/>
          <p:cNvSpPr txBox="1"/>
          <p:nvPr>
            <p:ph idx="3"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9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49"/>
          <p:cNvSpPr txBox="1"/>
          <p:nvPr>
            <p:ph idx="1"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49"/>
          <p:cNvSpPr txBox="1"/>
          <p:nvPr>
            <p:ph idx="2"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49"/>
          <p:cNvSpPr txBox="1"/>
          <p:nvPr>
            <p:ph idx="3"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50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50"/>
          <p:cNvSpPr txBox="1"/>
          <p:nvPr>
            <p:ph idx="1" type="body"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50"/>
          <p:cNvSpPr txBox="1"/>
          <p:nvPr>
            <p:ph idx="2"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51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51"/>
          <p:cNvSpPr txBox="1"/>
          <p:nvPr>
            <p:ph idx="1"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51"/>
          <p:cNvSpPr txBox="1"/>
          <p:nvPr>
            <p:ph idx="2"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p51"/>
          <p:cNvSpPr txBox="1"/>
          <p:nvPr>
            <p:ph idx="3"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51"/>
          <p:cNvSpPr txBox="1"/>
          <p:nvPr>
            <p:ph idx="4"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52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52"/>
          <p:cNvSpPr txBox="1"/>
          <p:nvPr>
            <p:ph idx="1" type="body"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5" name="Google Shape;235;p52"/>
          <p:cNvSpPr txBox="1"/>
          <p:nvPr>
            <p:ph idx="2" type="body"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6" name="Google Shape;236;p52"/>
          <p:cNvSpPr txBox="1"/>
          <p:nvPr>
            <p:ph idx="3" type="body"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52"/>
          <p:cNvSpPr txBox="1"/>
          <p:nvPr>
            <p:ph idx="4" type="body"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52"/>
          <p:cNvSpPr txBox="1"/>
          <p:nvPr>
            <p:ph idx="5" type="body"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9" name="Google Shape;239;p52"/>
          <p:cNvSpPr txBox="1"/>
          <p:nvPr>
            <p:ph idx="6" type="body"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4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4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2.xml"/></Relationships>
</file>

<file path=ppt/slideMasters/_rels/slideMaster4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46.xml"/><Relationship Id="rId13" Type="http://schemas.openxmlformats.org/officeDocument/2006/relationships/theme" Target="../theme/theme5.xml"/><Relationship Id="rId1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9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5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3.xml"/><Relationship Id="rId8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584000" y="648000"/>
            <a:ext cx="6479640" cy="259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p1"/>
          <p:cNvSpPr txBox="1"/>
          <p:nvPr/>
        </p:nvSpPr>
        <p:spPr>
          <a:xfrm>
            <a:off x="4104000" y="4896000"/>
            <a:ext cx="439200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;p1"/>
          <p:cNvSpPr/>
          <p:nvPr/>
        </p:nvSpPr>
        <p:spPr>
          <a:xfrm>
            <a:off x="25920" y="4628880"/>
            <a:ext cx="6120000" cy="18000"/>
          </a:xfrm>
          <a:custGeom>
            <a:rect b="b" l="l" r="r" t="t"/>
            <a:pathLst>
              <a:path extrusionOk="0" h="52" w="1700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>
            <a:gsLst>
              <a:gs pos="0">
                <a:srgbClr val="CCCCCC"/>
              </a:gs>
              <a:gs pos="100000">
                <a:srgbClr val="33333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p1"/>
          <p:cNvSpPr/>
          <p:nvPr/>
        </p:nvSpPr>
        <p:spPr>
          <a:xfrm>
            <a:off x="3859200" y="5324400"/>
            <a:ext cx="6240240" cy="7200"/>
          </a:xfrm>
          <a:custGeom>
            <a:rect b="b" l="l" r="r" t="t"/>
            <a:pathLst>
              <a:path extrusionOk="0" h="22" w="17335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>
            <a:gsLst>
              <a:gs pos="0">
                <a:srgbClr val="CCCCCC"/>
              </a:gs>
              <a:gs pos="100000">
                <a:srgbClr val="33333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"/>
          <p:cNvSpPr/>
          <p:nvPr/>
        </p:nvSpPr>
        <p:spPr>
          <a:xfrm>
            <a:off x="4044960" y="4944960"/>
            <a:ext cx="7200" cy="487440"/>
          </a:xfrm>
          <a:custGeom>
            <a:rect b="b" l="l" r="r" t="t"/>
            <a:pathLst>
              <a:path extrusionOk="0" h="1356" w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3" name="Google Shape;63;p14"/>
          <p:cNvSpPr txBox="1"/>
          <p:nvPr>
            <p:ph idx="10" type="dt"/>
          </p:nvPr>
        </p:nvSpPr>
        <p:spPr>
          <a:xfrm>
            <a:off x="504000" y="5256000"/>
            <a:ext cx="16560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4" name="Google Shape;64;p14"/>
          <p:cNvSpPr txBox="1"/>
          <p:nvPr>
            <p:ph idx="11" type="ftr"/>
          </p:nvPr>
        </p:nvSpPr>
        <p:spPr>
          <a:xfrm>
            <a:off x="2520000" y="5256000"/>
            <a:ext cx="46800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5" name="Google Shape;65;p14"/>
          <p:cNvSpPr txBox="1"/>
          <p:nvPr>
            <p:ph idx="12" type="sldNum"/>
          </p:nvPr>
        </p:nvSpPr>
        <p:spPr>
          <a:xfrm>
            <a:off x="7560000" y="5256000"/>
            <a:ext cx="16200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6" name="Google Shape;66;p14"/>
          <p:cNvSpPr/>
          <p:nvPr/>
        </p:nvSpPr>
        <p:spPr>
          <a:xfrm>
            <a:off x="20880" y="607320"/>
            <a:ext cx="6120000" cy="18000"/>
          </a:xfrm>
          <a:custGeom>
            <a:rect b="b" l="l" r="r" t="t"/>
            <a:pathLst>
              <a:path extrusionOk="0" h="52" w="1700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>
            <a:gsLst>
              <a:gs pos="0">
                <a:srgbClr val="CCCCCC"/>
              </a:gs>
              <a:gs pos="100000">
                <a:srgbClr val="33333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4"/>
          <p:cNvSpPr/>
          <p:nvPr/>
        </p:nvSpPr>
        <p:spPr>
          <a:xfrm>
            <a:off x="4430520" y="840960"/>
            <a:ext cx="5673960" cy="7200"/>
          </a:xfrm>
          <a:custGeom>
            <a:rect b="b" l="l" r="r" t="t"/>
            <a:pathLst>
              <a:path extrusionOk="0" h="22" w="15763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>
            <a:gsLst>
              <a:gs pos="0">
                <a:srgbClr val="333333"/>
              </a:gs>
              <a:gs pos="100000">
                <a:srgbClr val="CCCCCC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4"/>
          <p:cNvSpPr/>
          <p:nvPr/>
        </p:nvSpPr>
        <p:spPr>
          <a:xfrm>
            <a:off x="9819720" y="474480"/>
            <a:ext cx="7200" cy="493200"/>
          </a:xfrm>
          <a:custGeom>
            <a:rect b="b" l="l" r="r" t="t"/>
            <a:pathLst>
              <a:path extrusionOk="0" h="1371" w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4"/>
          <p:cNvSpPr/>
          <p:nvPr/>
        </p:nvSpPr>
        <p:spPr>
          <a:xfrm>
            <a:off x="1900800" y="5204880"/>
            <a:ext cx="7465320" cy="7200"/>
          </a:xfrm>
          <a:custGeom>
            <a:rect b="b" l="l" r="r" t="t"/>
            <a:pathLst>
              <a:path extrusionOk="0" h="22" w="20739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>
            <a:gsLst>
              <a:gs pos="0">
                <a:srgbClr val="333333"/>
              </a:gs>
              <a:gs pos="100000">
                <a:srgbClr val="CCCCCC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4"/>
          <p:cNvSpPr/>
          <p:nvPr/>
        </p:nvSpPr>
        <p:spPr>
          <a:xfrm>
            <a:off x="9259920" y="4917240"/>
            <a:ext cx="7200" cy="349560"/>
          </a:xfrm>
          <a:custGeom>
            <a:rect b="b" l="l" r="r" t="t"/>
            <a:pathLst>
              <a:path extrusionOk="0" h="972" w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7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1" name="Google Shape;121;p27"/>
          <p:cNvSpPr txBox="1"/>
          <p:nvPr>
            <p:ph idx="1"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2" name="Google Shape;122;p27"/>
          <p:cNvSpPr txBox="1"/>
          <p:nvPr>
            <p:ph idx="10" type="dt"/>
          </p:nvPr>
        </p:nvSpPr>
        <p:spPr>
          <a:xfrm>
            <a:off x="504000" y="5256000"/>
            <a:ext cx="16560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3" name="Google Shape;123;p27"/>
          <p:cNvSpPr txBox="1"/>
          <p:nvPr>
            <p:ph idx="11" type="ftr"/>
          </p:nvPr>
        </p:nvSpPr>
        <p:spPr>
          <a:xfrm>
            <a:off x="2520000" y="5256000"/>
            <a:ext cx="46800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4" name="Google Shape;124;p27"/>
          <p:cNvSpPr txBox="1"/>
          <p:nvPr>
            <p:ph idx="12" type="sldNum"/>
          </p:nvPr>
        </p:nvSpPr>
        <p:spPr>
          <a:xfrm>
            <a:off x="7560000" y="5256000"/>
            <a:ext cx="16200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5" name="Google Shape;125;p27"/>
          <p:cNvSpPr/>
          <p:nvPr/>
        </p:nvSpPr>
        <p:spPr>
          <a:xfrm>
            <a:off x="20880" y="607320"/>
            <a:ext cx="6120000" cy="18000"/>
          </a:xfrm>
          <a:custGeom>
            <a:rect b="b" l="l" r="r" t="t"/>
            <a:pathLst>
              <a:path extrusionOk="0" h="52" w="1700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>
            <a:gsLst>
              <a:gs pos="0">
                <a:srgbClr val="CCCCCC"/>
              </a:gs>
              <a:gs pos="100000">
                <a:srgbClr val="33333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7"/>
          <p:cNvSpPr/>
          <p:nvPr/>
        </p:nvSpPr>
        <p:spPr>
          <a:xfrm>
            <a:off x="4430520" y="840960"/>
            <a:ext cx="5673960" cy="7200"/>
          </a:xfrm>
          <a:custGeom>
            <a:rect b="b" l="l" r="r" t="t"/>
            <a:pathLst>
              <a:path extrusionOk="0" h="22" w="15763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>
            <a:gsLst>
              <a:gs pos="0">
                <a:srgbClr val="333333"/>
              </a:gs>
              <a:gs pos="100000">
                <a:srgbClr val="CCCCCC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7"/>
          <p:cNvSpPr/>
          <p:nvPr/>
        </p:nvSpPr>
        <p:spPr>
          <a:xfrm>
            <a:off x="9819720" y="474480"/>
            <a:ext cx="7200" cy="493200"/>
          </a:xfrm>
          <a:custGeom>
            <a:rect b="b" l="l" r="r" t="t"/>
            <a:pathLst>
              <a:path extrusionOk="0" h="1371" w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7"/>
          <p:cNvSpPr/>
          <p:nvPr/>
        </p:nvSpPr>
        <p:spPr>
          <a:xfrm>
            <a:off x="1900800" y="5204880"/>
            <a:ext cx="7465320" cy="7200"/>
          </a:xfrm>
          <a:custGeom>
            <a:rect b="b" l="l" r="r" t="t"/>
            <a:pathLst>
              <a:path extrusionOk="0" h="22" w="20739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>
            <a:gsLst>
              <a:gs pos="0">
                <a:srgbClr val="333333"/>
              </a:gs>
              <a:gs pos="100000">
                <a:srgbClr val="CCCCCC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7"/>
          <p:cNvSpPr/>
          <p:nvPr/>
        </p:nvSpPr>
        <p:spPr>
          <a:xfrm>
            <a:off x="9259920" y="4917240"/>
            <a:ext cx="7200" cy="349560"/>
          </a:xfrm>
          <a:custGeom>
            <a:rect b="b" l="l" r="r" t="t"/>
            <a:pathLst>
              <a:path extrusionOk="0" h="972" w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40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80" name="Google Shape;180;p40"/>
          <p:cNvSpPr txBox="1"/>
          <p:nvPr>
            <p:ph idx="1" type="body"/>
          </p:nvPr>
        </p:nvSpPr>
        <p:spPr>
          <a:xfrm>
            <a:off x="504000" y="1326600"/>
            <a:ext cx="907200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81" name="Google Shape;181;p40"/>
          <p:cNvSpPr txBox="1"/>
          <p:nvPr>
            <p:ph idx="10" type="dt"/>
          </p:nvPr>
        </p:nvSpPr>
        <p:spPr>
          <a:xfrm>
            <a:off x="504000" y="5256000"/>
            <a:ext cx="16560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82" name="Google Shape;182;p40"/>
          <p:cNvSpPr txBox="1"/>
          <p:nvPr>
            <p:ph idx="11" type="ftr"/>
          </p:nvPr>
        </p:nvSpPr>
        <p:spPr>
          <a:xfrm>
            <a:off x="2520000" y="5256000"/>
            <a:ext cx="46800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83" name="Google Shape;183;p40"/>
          <p:cNvSpPr txBox="1"/>
          <p:nvPr>
            <p:ph idx="12" type="sldNum"/>
          </p:nvPr>
        </p:nvSpPr>
        <p:spPr>
          <a:xfrm>
            <a:off x="7560000" y="5256000"/>
            <a:ext cx="16200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4" name="Google Shape;184;p40"/>
          <p:cNvSpPr/>
          <p:nvPr/>
        </p:nvSpPr>
        <p:spPr>
          <a:xfrm>
            <a:off x="20880" y="607320"/>
            <a:ext cx="6120000" cy="18000"/>
          </a:xfrm>
          <a:custGeom>
            <a:rect b="b" l="l" r="r" t="t"/>
            <a:pathLst>
              <a:path extrusionOk="0" h="52" w="1700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>
            <a:gsLst>
              <a:gs pos="0">
                <a:srgbClr val="CCCCCC"/>
              </a:gs>
              <a:gs pos="100000">
                <a:srgbClr val="33333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40"/>
          <p:cNvSpPr/>
          <p:nvPr/>
        </p:nvSpPr>
        <p:spPr>
          <a:xfrm>
            <a:off x="4430520" y="840960"/>
            <a:ext cx="5673960" cy="7200"/>
          </a:xfrm>
          <a:custGeom>
            <a:rect b="b" l="l" r="r" t="t"/>
            <a:pathLst>
              <a:path extrusionOk="0" h="22" w="15763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>
            <a:gsLst>
              <a:gs pos="0">
                <a:srgbClr val="333333"/>
              </a:gs>
              <a:gs pos="100000">
                <a:srgbClr val="CCCCCC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40"/>
          <p:cNvSpPr/>
          <p:nvPr/>
        </p:nvSpPr>
        <p:spPr>
          <a:xfrm>
            <a:off x="9819720" y="474480"/>
            <a:ext cx="7200" cy="493200"/>
          </a:xfrm>
          <a:custGeom>
            <a:rect b="b" l="l" r="r" t="t"/>
            <a:pathLst>
              <a:path extrusionOk="0" h="1371" w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40"/>
          <p:cNvSpPr/>
          <p:nvPr/>
        </p:nvSpPr>
        <p:spPr>
          <a:xfrm>
            <a:off x="5644080" y="5194800"/>
            <a:ext cx="3722040" cy="7200"/>
          </a:xfrm>
          <a:custGeom>
            <a:rect b="b" l="l" r="r" t="t"/>
            <a:pathLst>
              <a:path extrusionOk="0" h="22" w="1034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>
            <a:gsLst>
              <a:gs pos="0">
                <a:srgbClr val="333333"/>
              </a:gs>
              <a:gs pos="100000">
                <a:srgbClr val="CCCCCC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40"/>
          <p:cNvSpPr/>
          <p:nvPr/>
        </p:nvSpPr>
        <p:spPr>
          <a:xfrm>
            <a:off x="9259920" y="4917240"/>
            <a:ext cx="7200" cy="349560"/>
          </a:xfrm>
          <a:custGeom>
            <a:rect b="b" l="l" r="r" t="t"/>
            <a:pathLst>
              <a:path extrusionOk="0" h="972" w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40"/>
          <p:cNvSpPr/>
          <p:nvPr/>
        </p:nvSpPr>
        <p:spPr>
          <a:xfrm>
            <a:off x="974160" y="5194440"/>
            <a:ext cx="3722040" cy="7200"/>
          </a:xfrm>
          <a:custGeom>
            <a:rect b="b" l="l" r="r" t="t"/>
            <a:pathLst>
              <a:path extrusionOk="0" h="22" w="1034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>
            <a:gsLst>
              <a:gs pos="0">
                <a:srgbClr val="333333"/>
              </a:gs>
              <a:gs pos="100000">
                <a:srgbClr val="CCCCCC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40"/>
          <p:cNvSpPr/>
          <p:nvPr/>
        </p:nvSpPr>
        <p:spPr>
          <a:xfrm>
            <a:off x="4590000" y="4914000"/>
            <a:ext cx="7200" cy="349560"/>
          </a:xfrm>
          <a:custGeom>
            <a:rect b="b" l="l" r="r" t="t"/>
            <a:pathLst>
              <a:path extrusionOk="0" h="972" w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40"/>
          <p:cNvSpPr/>
          <p:nvPr/>
        </p:nvSpPr>
        <p:spPr>
          <a:xfrm>
            <a:off x="5055480" y="1037160"/>
            <a:ext cx="10800" cy="3700800"/>
          </a:xfrm>
          <a:custGeom>
            <a:rect b="b" l="l" r="r" t="t"/>
            <a:pathLst>
              <a:path extrusionOk="0" h="10282" w="3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>
            <a:gsLst>
              <a:gs pos="0">
                <a:srgbClr val="111111"/>
              </a:gs>
              <a:gs pos="50000">
                <a:srgbClr val="CCCCCC"/>
              </a:gs>
              <a:gs pos="100000">
                <a:srgbClr val="111111"/>
              </a:gs>
            </a:gsLst>
            <a:lin ang="54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5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53"/>
          <p:cNvSpPr txBox="1"/>
          <p:nvPr/>
        </p:nvSpPr>
        <p:spPr>
          <a:xfrm>
            <a:off x="228600" y="16002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Switching Circuit &amp; Logic Design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53"/>
          <p:cNvSpPr txBox="1"/>
          <p:nvPr/>
        </p:nvSpPr>
        <p:spPr>
          <a:xfrm>
            <a:off x="3297600" y="3200400"/>
            <a:ext cx="471132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Lecture 3 : DTL, TTL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54"/>
          <p:cNvSpPr txBox="1"/>
          <p:nvPr/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Things to cover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54"/>
          <p:cNvSpPr txBox="1"/>
          <p:nvPr/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Noto Sans Symbols"/>
              <a:buChar char="●"/>
            </a:pPr>
            <a:r>
              <a:rPr b="0" lang="en-US" sz="3200" strike="noStrike">
                <a:latin typeface="Arial"/>
                <a:ea typeface="Arial"/>
                <a:cs typeface="Arial"/>
                <a:sym typeface="Arial"/>
              </a:rPr>
              <a:t>DTL – NAND and NOR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Noto Sans Symbols"/>
              <a:buChar char="●"/>
            </a:pPr>
            <a:r>
              <a:rPr b="0" lang="en-US" sz="3200" strike="noStrike">
                <a:latin typeface="Arial"/>
                <a:ea typeface="Arial"/>
                <a:cs typeface="Arial"/>
                <a:sym typeface="Arial"/>
              </a:rPr>
              <a:t>TTL – NAND and NOR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200" strike="noStrike">
                <a:latin typeface="Arial"/>
                <a:ea typeface="Arial"/>
                <a:cs typeface="Arial"/>
                <a:sym typeface="Arial"/>
              </a:rPr>
              <a:t>Book : Fundamentals of Digital Circuits, A. Anand Kumar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55"/>
          <p:cNvSpPr txBox="1"/>
          <p:nvPr/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Diode-transistor Logic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55"/>
          <p:cNvSpPr/>
          <p:nvPr/>
        </p:nvSpPr>
        <p:spPr>
          <a:xfrm>
            <a:off x="1371600" y="3256200"/>
            <a:ext cx="82440" cy="82440"/>
          </a:xfrm>
          <a:prstGeom prst="ellipse">
            <a:avLst/>
          </a:prstGeom>
          <a:solidFill>
            <a:srgbClr val="333333"/>
          </a:solidFill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55"/>
          <p:cNvSpPr/>
          <p:nvPr/>
        </p:nvSpPr>
        <p:spPr>
          <a:xfrm>
            <a:off x="1371600" y="3940200"/>
            <a:ext cx="82440" cy="82440"/>
          </a:xfrm>
          <a:prstGeom prst="ellipse">
            <a:avLst/>
          </a:prstGeom>
          <a:solidFill>
            <a:srgbClr val="333333"/>
          </a:solidFill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55"/>
          <p:cNvSpPr/>
          <p:nvPr/>
        </p:nvSpPr>
        <p:spPr>
          <a:xfrm>
            <a:off x="2530800" y="3814560"/>
            <a:ext cx="229320" cy="360360"/>
          </a:xfrm>
          <a:custGeom>
            <a:rect b="b" l="l" r="r" t="t"/>
            <a:pathLst>
              <a:path extrusionOk="0" h="1001" w="637">
                <a:moveTo>
                  <a:pt x="0" y="500"/>
                </a:moveTo>
                <a:lnTo>
                  <a:pt x="636" y="0"/>
                </a:lnTo>
                <a:lnTo>
                  <a:pt x="636" y="1000"/>
                </a:lnTo>
                <a:lnTo>
                  <a:pt x="0" y="500"/>
                </a:lnTo>
                <a:moveTo>
                  <a:pt x="20" y="184"/>
                </a:moveTo>
                <a:lnTo>
                  <a:pt x="20" y="819"/>
                </a:lnTo>
                <a:lnTo>
                  <a:pt x="20" y="184"/>
                </a:lnTo>
              </a:path>
            </a:pathLst>
          </a:custGeom>
          <a:solidFill>
            <a:srgbClr val="333333"/>
          </a:solidFill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sp>
      <p:cxnSp>
        <p:nvCxnSpPr>
          <p:cNvPr id="260" name="Google Shape;260;p55"/>
          <p:cNvCxnSpPr/>
          <p:nvPr/>
        </p:nvCxnSpPr>
        <p:spPr>
          <a:xfrm flipH="1">
            <a:off x="5688000" y="3065400"/>
            <a:ext cx="228600" cy="22860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1" name="Google Shape;261;p55"/>
          <p:cNvCxnSpPr/>
          <p:nvPr/>
        </p:nvCxnSpPr>
        <p:spPr>
          <a:xfrm rot="10800000">
            <a:off x="5682600" y="3359880"/>
            <a:ext cx="247680" cy="20772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262" name="Google Shape;262;p55"/>
          <p:cNvCxnSpPr/>
          <p:nvPr/>
        </p:nvCxnSpPr>
        <p:spPr>
          <a:xfrm flipH="1">
            <a:off x="5682600" y="3065400"/>
            <a:ext cx="5400" cy="45720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3" name="Google Shape;263;p55"/>
          <p:cNvCxnSpPr/>
          <p:nvPr/>
        </p:nvCxnSpPr>
        <p:spPr>
          <a:xfrm>
            <a:off x="1454040" y="3308400"/>
            <a:ext cx="106056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4" name="Google Shape;264;p55"/>
          <p:cNvCxnSpPr/>
          <p:nvPr/>
        </p:nvCxnSpPr>
        <p:spPr>
          <a:xfrm>
            <a:off x="1454040" y="3992400"/>
            <a:ext cx="106056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5" name="Google Shape;265;p55"/>
          <p:cNvSpPr/>
          <p:nvPr/>
        </p:nvSpPr>
        <p:spPr>
          <a:xfrm>
            <a:off x="2530800" y="3130560"/>
            <a:ext cx="229320" cy="360360"/>
          </a:xfrm>
          <a:custGeom>
            <a:rect b="b" l="l" r="r" t="t"/>
            <a:pathLst>
              <a:path extrusionOk="0" h="1001" w="637">
                <a:moveTo>
                  <a:pt x="0" y="500"/>
                </a:moveTo>
                <a:lnTo>
                  <a:pt x="636" y="0"/>
                </a:lnTo>
                <a:lnTo>
                  <a:pt x="636" y="1000"/>
                </a:lnTo>
                <a:lnTo>
                  <a:pt x="0" y="500"/>
                </a:lnTo>
                <a:moveTo>
                  <a:pt x="20" y="184"/>
                </a:moveTo>
                <a:lnTo>
                  <a:pt x="20" y="819"/>
                </a:lnTo>
                <a:lnTo>
                  <a:pt x="20" y="184"/>
                </a:lnTo>
              </a:path>
            </a:pathLst>
          </a:custGeom>
          <a:solidFill>
            <a:srgbClr val="333333"/>
          </a:solidFill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sp>
      <p:cxnSp>
        <p:nvCxnSpPr>
          <p:cNvPr id="266" name="Google Shape;266;p55"/>
          <p:cNvCxnSpPr/>
          <p:nvPr/>
        </p:nvCxnSpPr>
        <p:spPr>
          <a:xfrm>
            <a:off x="2759760" y="3308400"/>
            <a:ext cx="44064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7" name="Google Shape;267;p55"/>
          <p:cNvCxnSpPr/>
          <p:nvPr/>
        </p:nvCxnSpPr>
        <p:spPr>
          <a:xfrm>
            <a:off x="2759760" y="3992400"/>
            <a:ext cx="44064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8" name="Google Shape;268;p55"/>
          <p:cNvCxnSpPr/>
          <p:nvPr/>
        </p:nvCxnSpPr>
        <p:spPr>
          <a:xfrm rot="10800000">
            <a:off x="3200400" y="2514600"/>
            <a:ext cx="0" cy="147780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9" name="Google Shape;269;p55"/>
          <p:cNvSpPr/>
          <p:nvPr/>
        </p:nvSpPr>
        <p:spPr>
          <a:xfrm>
            <a:off x="2973600" y="1875960"/>
            <a:ext cx="324720" cy="632880"/>
          </a:xfrm>
          <a:custGeom>
            <a:rect b="b" l="l" r="r" t="t"/>
            <a:pathLst>
              <a:path extrusionOk="0" h="1758" w="902">
                <a:moveTo>
                  <a:pt x="732" y="0"/>
                </a:moveTo>
                <a:cubicBezTo>
                  <a:pt x="766" y="245"/>
                  <a:pt x="52" y="452"/>
                  <a:pt x="597" y="541"/>
                </a:cubicBezTo>
                <a:cubicBezTo>
                  <a:pt x="861" y="584"/>
                  <a:pt x="891" y="836"/>
                  <a:pt x="597" y="927"/>
                </a:cubicBezTo>
                <a:cubicBezTo>
                  <a:pt x="0" y="1112"/>
                  <a:pt x="776" y="1053"/>
                  <a:pt x="829" y="1294"/>
                </a:cubicBezTo>
                <a:cubicBezTo>
                  <a:pt x="901" y="1622"/>
                  <a:pt x="193" y="1452"/>
                  <a:pt x="694" y="1757"/>
                </a:cubicBezTo>
              </a:path>
            </a:pathLst>
          </a:cu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0" name="Google Shape;270;p55"/>
          <p:cNvCxnSpPr/>
          <p:nvPr/>
        </p:nvCxnSpPr>
        <p:spPr>
          <a:xfrm rot="10800000">
            <a:off x="3200400" y="1371600"/>
            <a:ext cx="0" cy="50436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1" name="Google Shape;271;p55"/>
          <p:cNvSpPr/>
          <p:nvPr/>
        </p:nvSpPr>
        <p:spPr>
          <a:xfrm>
            <a:off x="3171600" y="1275840"/>
            <a:ext cx="82440" cy="82440"/>
          </a:xfrm>
          <a:prstGeom prst="ellipse">
            <a:avLst/>
          </a:prstGeom>
          <a:solidFill>
            <a:srgbClr val="333333"/>
          </a:solidFill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2" name="Google Shape;272;p55"/>
          <p:cNvCxnSpPr/>
          <p:nvPr/>
        </p:nvCxnSpPr>
        <p:spPr>
          <a:xfrm>
            <a:off x="3200400" y="3308400"/>
            <a:ext cx="914400" cy="3276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3" name="Google Shape;273;p55"/>
          <p:cNvCxnSpPr/>
          <p:nvPr/>
        </p:nvCxnSpPr>
        <p:spPr>
          <a:xfrm>
            <a:off x="4748400" y="3308760"/>
            <a:ext cx="914400" cy="3276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4" name="Google Shape;274;p55"/>
          <p:cNvSpPr/>
          <p:nvPr/>
        </p:nvSpPr>
        <p:spPr>
          <a:xfrm>
            <a:off x="4109040" y="1386720"/>
            <a:ext cx="632520" cy="322560"/>
          </a:xfrm>
          <a:custGeom>
            <a:rect b="b" l="l" r="r" t="t"/>
            <a:pathLst>
              <a:path extrusionOk="0" h="896" w="1757">
                <a:moveTo>
                  <a:pt x="1756" y="749"/>
                </a:moveTo>
                <a:cubicBezTo>
                  <a:pt x="1511" y="780"/>
                  <a:pt x="1316" y="62"/>
                  <a:pt x="1217" y="606"/>
                </a:cubicBezTo>
                <a:cubicBezTo>
                  <a:pt x="1170" y="869"/>
                  <a:pt x="918" y="895"/>
                  <a:pt x="831" y="599"/>
                </a:cubicBezTo>
                <a:cubicBezTo>
                  <a:pt x="656" y="0"/>
                  <a:pt x="702" y="777"/>
                  <a:pt x="461" y="826"/>
                </a:cubicBezTo>
                <a:cubicBezTo>
                  <a:pt x="132" y="893"/>
                  <a:pt x="313" y="187"/>
                  <a:pt x="0" y="683"/>
                </a:cubicBezTo>
              </a:path>
            </a:pathLst>
          </a:cu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5" name="Google Shape;275;p55"/>
          <p:cNvCxnSpPr/>
          <p:nvPr/>
        </p:nvCxnSpPr>
        <p:spPr>
          <a:xfrm>
            <a:off x="3200400" y="1616760"/>
            <a:ext cx="914400" cy="3276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6" name="Google Shape;276;p55"/>
          <p:cNvCxnSpPr/>
          <p:nvPr/>
        </p:nvCxnSpPr>
        <p:spPr>
          <a:xfrm flipH="1" rot="10800000">
            <a:off x="4748400" y="1600200"/>
            <a:ext cx="1195200" cy="1692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7" name="Google Shape;277;p55"/>
          <p:cNvCxnSpPr/>
          <p:nvPr/>
        </p:nvCxnSpPr>
        <p:spPr>
          <a:xfrm flipH="1">
            <a:off x="5916600" y="1600200"/>
            <a:ext cx="27000" cy="146520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8" name="Google Shape;278;p55"/>
          <p:cNvCxnSpPr/>
          <p:nvPr/>
        </p:nvCxnSpPr>
        <p:spPr>
          <a:xfrm>
            <a:off x="5943600" y="2057400"/>
            <a:ext cx="68580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9" name="Google Shape;279;p55"/>
          <p:cNvSpPr/>
          <p:nvPr/>
        </p:nvSpPr>
        <p:spPr>
          <a:xfrm>
            <a:off x="6627600" y="2032200"/>
            <a:ext cx="82440" cy="82440"/>
          </a:xfrm>
          <a:prstGeom prst="ellipse">
            <a:avLst/>
          </a:prstGeom>
          <a:solidFill>
            <a:srgbClr val="333333"/>
          </a:solidFill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55"/>
          <p:cNvSpPr txBox="1"/>
          <p:nvPr/>
        </p:nvSpPr>
        <p:spPr>
          <a:xfrm>
            <a:off x="903960" y="3200400"/>
            <a:ext cx="33336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A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55"/>
          <p:cNvSpPr txBox="1"/>
          <p:nvPr/>
        </p:nvSpPr>
        <p:spPr>
          <a:xfrm>
            <a:off x="903960" y="3776400"/>
            <a:ext cx="33336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B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55"/>
          <p:cNvSpPr txBox="1"/>
          <p:nvPr/>
        </p:nvSpPr>
        <p:spPr>
          <a:xfrm>
            <a:off x="6663960" y="1868400"/>
            <a:ext cx="34596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C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55"/>
          <p:cNvSpPr txBox="1"/>
          <p:nvPr/>
        </p:nvSpPr>
        <p:spPr>
          <a:xfrm>
            <a:off x="5619960" y="4712400"/>
            <a:ext cx="68868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GND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55"/>
          <p:cNvSpPr txBox="1"/>
          <p:nvPr/>
        </p:nvSpPr>
        <p:spPr>
          <a:xfrm>
            <a:off x="3063960" y="968400"/>
            <a:ext cx="47340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V</a:t>
            </a:r>
            <a:r>
              <a:rPr b="0" lang="en-US" sz="1100" strike="noStrike">
                <a:latin typeface="Arial"/>
                <a:ea typeface="Arial"/>
                <a:cs typeface="Arial"/>
                <a:sym typeface="Arial"/>
              </a:rPr>
              <a:t>cc</a:t>
            </a:r>
            <a:endParaRPr b="0" sz="1100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5" name="Google Shape;285;p55"/>
          <p:cNvCxnSpPr/>
          <p:nvPr/>
        </p:nvCxnSpPr>
        <p:spPr>
          <a:xfrm>
            <a:off x="5941800" y="3596760"/>
            <a:ext cx="0" cy="103464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6" name="Google Shape;286;p55"/>
          <p:cNvSpPr/>
          <p:nvPr/>
        </p:nvSpPr>
        <p:spPr>
          <a:xfrm>
            <a:off x="5907600" y="4624200"/>
            <a:ext cx="82440" cy="82440"/>
          </a:xfrm>
          <a:prstGeom prst="ellipse">
            <a:avLst/>
          </a:prstGeom>
          <a:solidFill>
            <a:srgbClr val="333333"/>
          </a:solidFill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55"/>
          <p:cNvSpPr/>
          <p:nvPr/>
        </p:nvSpPr>
        <p:spPr>
          <a:xfrm>
            <a:off x="4917600" y="3316320"/>
            <a:ext cx="324720" cy="632880"/>
          </a:xfrm>
          <a:custGeom>
            <a:rect b="b" l="l" r="r" t="t"/>
            <a:pathLst>
              <a:path extrusionOk="0" h="1758" w="902">
                <a:moveTo>
                  <a:pt x="732" y="0"/>
                </a:moveTo>
                <a:cubicBezTo>
                  <a:pt x="766" y="245"/>
                  <a:pt x="52" y="452"/>
                  <a:pt x="597" y="541"/>
                </a:cubicBezTo>
                <a:cubicBezTo>
                  <a:pt x="861" y="584"/>
                  <a:pt x="891" y="836"/>
                  <a:pt x="597" y="927"/>
                </a:cubicBezTo>
                <a:cubicBezTo>
                  <a:pt x="0" y="1112"/>
                  <a:pt x="776" y="1053"/>
                  <a:pt x="829" y="1294"/>
                </a:cubicBezTo>
                <a:cubicBezTo>
                  <a:pt x="901" y="1622"/>
                  <a:pt x="193" y="1452"/>
                  <a:pt x="694" y="1757"/>
                </a:cubicBezTo>
              </a:path>
            </a:pathLst>
          </a:cu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55"/>
          <p:cNvSpPr/>
          <p:nvPr/>
        </p:nvSpPr>
        <p:spPr>
          <a:xfrm>
            <a:off x="4068360" y="3137760"/>
            <a:ext cx="239400" cy="359640"/>
          </a:xfrm>
          <a:custGeom>
            <a:rect b="b" l="l" r="r" t="t"/>
            <a:pathLst>
              <a:path extrusionOk="0" h="999" w="665">
                <a:moveTo>
                  <a:pt x="664" y="461"/>
                </a:moveTo>
                <a:lnTo>
                  <a:pt x="59" y="998"/>
                </a:lnTo>
                <a:lnTo>
                  <a:pt x="0" y="0"/>
                </a:lnTo>
                <a:lnTo>
                  <a:pt x="664" y="461"/>
                </a:lnTo>
                <a:moveTo>
                  <a:pt x="663" y="778"/>
                </a:moveTo>
                <a:lnTo>
                  <a:pt x="625" y="144"/>
                </a:lnTo>
                <a:lnTo>
                  <a:pt x="663" y="778"/>
                </a:lnTo>
              </a:path>
            </a:pathLst>
          </a:custGeom>
          <a:solidFill>
            <a:srgbClr val="333333"/>
          </a:solidFill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p55"/>
          <p:cNvSpPr/>
          <p:nvPr/>
        </p:nvSpPr>
        <p:spPr>
          <a:xfrm>
            <a:off x="4572360" y="3137760"/>
            <a:ext cx="239400" cy="359640"/>
          </a:xfrm>
          <a:custGeom>
            <a:rect b="b" l="l" r="r" t="t"/>
            <a:pathLst>
              <a:path extrusionOk="0" h="999" w="665">
                <a:moveTo>
                  <a:pt x="664" y="461"/>
                </a:moveTo>
                <a:lnTo>
                  <a:pt x="59" y="998"/>
                </a:lnTo>
                <a:lnTo>
                  <a:pt x="0" y="0"/>
                </a:lnTo>
                <a:lnTo>
                  <a:pt x="664" y="461"/>
                </a:lnTo>
                <a:moveTo>
                  <a:pt x="663" y="778"/>
                </a:moveTo>
                <a:lnTo>
                  <a:pt x="625" y="144"/>
                </a:lnTo>
                <a:lnTo>
                  <a:pt x="663" y="778"/>
                </a:lnTo>
              </a:path>
            </a:pathLst>
          </a:custGeom>
          <a:solidFill>
            <a:srgbClr val="333333"/>
          </a:solidFill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sp>
      <p:cxnSp>
        <p:nvCxnSpPr>
          <p:cNvPr id="290" name="Google Shape;290;p55"/>
          <p:cNvCxnSpPr/>
          <p:nvPr/>
        </p:nvCxnSpPr>
        <p:spPr>
          <a:xfrm>
            <a:off x="4307400" y="3321000"/>
            <a:ext cx="26496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1" name="Google Shape;291;p55"/>
          <p:cNvCxnSpPr/>
          <p:nvPr/>
        </p:nvCxnSpPr>
        <p:spPr>
          <a:xfrm>
            <a:off x="5149800" y="3948840"/>
            <a:ext cx="0" cy="62316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2" name="Google Shape;292;p55"/>
          <p:cNvSpPr/>
          <p:nvPr/>
        </p:nvSpPr>
        <p:spPr>
          <a:xfrm>
            <a:off x="5115600" y="4552200"/>
            <a:ext cx="82440" cy="82440"/>
          </a:xfrm>
          <a:prstGeom prst="ellipse">
            <a:avLst/>
          </a:prstGeom>
          <a:solidFill>
            <a:srgbClr val="333333"/>
          </a:solidFill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55"/>
          <p:cNvSpPr txBox="1"/>
          <p:nvPr/>
        </p:nvSpPr>
        <p:spPr>
          <a:xfrm>
            <a:off x="4631400" y="4496400"/>
            <a:ext cx="742320" cy="50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-V</a:t>
            </a:r>
            <a:r>
              <a:rPr b="0" lang="en-US" sz="1100" strike="noStrike">
                <a:latin typeface="Arial"/>
                <a:ea typeface="Arial"/>
                <a:cs typeface="Arial"/>
                <a:sym typeface="Arial"/>
              </a:rPr>
              <a:t>cc</a:t>
            </a:r>
            <a:endParaRPr b="0" sz="11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56"/>
          <p:cNvSpPr txBox="1"/>
          <p:nvPr/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Diode-transistor Logic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56"/>
          <p:cNvSpPr/>
          <p:nvPr/>
        </p:nvSpPr>
        <p:spPr>
          <a:xfrm>
            <a:off x="2536200" y="2730960"/>
            <a:ext cx="235440" cy="360000"/>
          </a:xfrm>
          <a:custGeom>
            <a:rect b="b" l="l" r="r" t="t"/>
            <a:pathLst>
              <a:path extrusionOk="0" h="1000" w="654">
                <a:moveTo>
                  <a:pt x="653" y="521"/>
                </a:moveTo>
                <a:lnTo>
                  <a:pt x="0" y="999"/>
                </a:lnTo>
                <a:lnTo>
                  <a:pt x="34" y="0"/>
                </a:lnTo>
                <a:lnTo>
                  <a:pt x="653" y="521"/>
                </a:lnTo>
                <a:moveTo>
                  <a:pt x="622" y="836"/>
                </a:moveTo>
                <a:lnTo>
                  <a:pt x="644" y="202"/>
                </a:lnTo>
                <a:lnTo>
                  <a:pt x="622" y="836"/>
                </a:lnTo>
              </a:path>
            </a:pathLst>
          </a:custGeom>
          <a:solidFill>
            <a:srgbClr val="333333"/>
          </a:solidFill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p56"/>
          <p:cNvSpPr/>
          <p:nvPr/>
        </p:nvSpPr>
        <p:spPr>
          <a:xfrm>
            <a:off x="2513160" y="3414600"/>
            <a:ext cx="235440" cy="360000"/>
          </a:xfrm>
          <a:custGeom>
            <a:rect b="b" l="l" r="r" t="t"/>
            <a:pathLst>
              <a:path extrusionOk="0" h="1000" w="654">
                <a:moveTo>
                  <a:pt x="653" y="521"/>
                </a:moveTo>
                <a:lnTo>
                  <a:pt x="0" y="999"/>
                </a:lnTo>
                <a:lnTo>
                  <a:pt x="34" y="0"/>
                </a:lnTo>
                <a:lnTo>
                  <a:pt x="653" y="521"/>
                </a:lnTo>
                <a:moveTo>
                  <a:pt x="622" y="836"/>
                </a:moveTo>
                <a:lnTo>
                  <a:pt x="643" y="202"/>
                </a:lnTo>
                <a:lnTo>
                  <a:pt x="622" y="836"/>
                </a:lnTo>
              </a:path>
            </a:pathLst>
          </a:custGeom>
          <a:solidFill>
            <a:srgbClr val="333333"/>
          </a:solidFill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sp>
      <p:cxnSp>
        <p:nvCxnSpPr>
          <p:cNvPr id="301" name="Google Shape;301;p56"/>
          <p:cNvCxnSpPr/>
          <p:nvPr/>
        </p:nvCxnSpPr>
        <p:spPr>
          <a:xfrm>
            <a:off x="1971000" y="2915640"/>
            <a:ext cx="53964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2" name="Google Shape;302;p56"/>
          <p:cNvCxnSpPr/>
          <p:nvPr/>
        </p:nvCxnSpPr>
        <p:spPr>
          <a:xfrm>
            <a:off x="1971360" y="3599640"/>
            <a:ext cx="53964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3" name="Google Shape;303;p56"/>
          <p:cNvSpPr/>
          <p:nvPr/>
        </p:nvSpPr>
        <p:spPr>
          <a:xfrm>
            <a:off x="1878480" y="2896200"/>
            <a:ext cx="82440" cy="82440"/>
          </a:xfrm>
          <a:prstGeom prst="ellipse">
            <a:avLst/>
          </a:prstGeom>
          <a:solidFill>
            <a:srgbClr val="333333"/>
          </a:solidFill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56"/>
          <p:cNvSpPr/>
          <p:nvPr/>
        </p:nvSpPr>
        <p:spPr>
          <a:xfrm>
            <a:off x="1878480" y="3580200"/>
            <a:ext cx="82440" cy="82440"/>
          </a:xfrm>
          <a:prstGeom prst="ellipse">
            <a:avLst/>
          </a:prstGeom>
          <a:solidFill>
            <a:srgbClr val="333333"/>
          </a:solidFill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56"/>
          <p:cNvSpPr txBox="1"/>
          <p:nvPr/>
        </p:nvSpPr>
        <p:spPr>
          <a:xfrm>
            <a:off x="1410840" y="2840400"/>
            <a:ext cx="33336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A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56"/>
          <p:cNvSpPr txBox="1"/>
          <p:nvPr/>
        </p:nvSpPr>
        <p:spPr>
          <a:xfrm>
            <a:off x="1410840" y="3416400"/>
            <a:ext cx="33336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B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7" name="Google Shape;307;p56"/>
          <p:cNvCxnSpPr/>
          <p:nvPr/>
        </p:nvCxnSpPr>
        <p:spPr>
          <a:xfrm>
            <a:off x="2763360" y="2915640"/>
            <a:ext cx="53964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8" name="Google Shape;308;p56"/>
          <p:cNvCxnSpPr/>
          <p:nvPr/>
        </p:nvCxnSpPr>
        <p:spPr>
          <a:xfrm>
            <a:off x="2763720" y="3599640"/>
            <a:ext cx="53964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9" name="Google Shape;309;p56"/>
          <p:cNvCxnSpPr/>
          <p:nvPr/>
        </p:nvCxnSpPr>
        <p:spPr>
          <a:xfrm>
            <a:off x="3303000" y="2915640"/>
            <a:ext cx="360" cy="68400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0" name="Google Shape;310;p56"/>
          <p:cNvCxnSpPr/>
          <p:nvPr/>
        </p:nvCxnSpPr>
        <p:spPr>
          <a:xfrm>
            <a:off x="3303000" y="3261600"/>
            <a:ext cx="149760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1" name="Google Shape;311;p56"/>
          <p:cNvCxnSpPr/>
          <p:nvPr/>
        </p:nvCxnSpPr>
        <p:spPr>
          <a:xfrm>
            <a:off x="4114800" y="3261600"/>
            <a:ext cx="0" cy="22860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2" name="Google Shape;312;p56"/>
          <p:cNvSpPr/>
          <p:nvPr/>
        </p:nvSpPr>
        <p:spPr>
          <a:xfrm>
            <a:off x="3909600" y="3460320"/>
            <a:ext cx="324720" cy="632880"/>
          </a:xfrm>
          <a:custGeom>
            <a:rect b="b" l="l" r="r" t="t"/>
            <a:pathLst>
              <a:path extrusionOk="0" h="1758" w="902">
                <a:moveTo>
                  <a:pt x="732" y="0"/>
                </a:moveTo>
                <a:cubicBezTo>
                  <a:pt x="766" y="245"/>
                  <a:pt x="52" y="452"/>
                  <a:pt x="597" y="541"/>
                </a:cubicBezTo>
                <a:cubicBezTo>
                  <a:pt x="861" y="584"/>
                  <a:pt x="891" y="836"/>
                  <a:pt x="597" y="927"/>
                </a:cubicBezTo>
                <a:cubicBezTo>
                  <a:pt x="0" y="1112"/>
                  <a:pt x="776" y="1053"/>
                  <a:pt x="829" y="1294"/>
                </a:cubicBezTo>
                <a:cubicBezTo>
                  <a:pt x="901" y="1622"/>
                  <a:pt x="193" y="1452"/>
                  <a:pt x="694" y="1757"/>
                </a:cubicBezTo>
              </a:path>
            </a:pathLst>
          </a:cu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13" name="Google Shape;313;p56"/>
          <p:cNvCxnSpPr/>
          <p:nvPr/>
        </p:nvCxnSpPr>
        <p:spPr>
          <a:xfrm>
            <a:off x="4114800" y="4092840"/>
            <a:ext cx="0" cy="56196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4" name="Google Shape;314;p56"/>
          <p:cNvCxnSpPr/>
          <p:nvPr/>
        </p:nvCxnSpPr>
        <p:spPr>
          <a:xfrm flipH="1">
            <a:off x="4788360" y="2990880"/>
            <a:ext cx="228600" cy="22860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5" name="Google Shape;315;p56"/>
          <p:cNvCxnSpPr/>
          <p:nvPr/>
        </p:nvCxnSpPr>
        <p:spPr>
          <a:xfrm rot="10800000">
            <a:off x="4782960" y="3285360"/>
            <a:ext cx="247680" cy="20772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316" name="Google Shape;316;p56"/>
          <p:cNvCxnSpPr/>
          <p:nvPr/>
        </p:nvCxnSpPr>
        <p:spPr>
          <a:xfrm flipH="1">
            <a:off x="4782960" y="2990880"/>
            <a:ext cx="5400" cy="45720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7" name="Google Shape;317;p56"/>
          <p:cNvSpPr txBox="1"/>
          <p:nvPr/>
        </p:nvSpPr>
        <p:spPr>
          <a:xfrm>
            <a:off x="4720320" y="4637880"/>
            <a:ext cx="68868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GND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8" name="Google Shape;318;p56"/>
          <p:cNvCxnSpPr/>
          <p:nvPr/>
        </p:nvCxnSpPr>
        <p:spPr>
          <a:xfrm>
            <a:off x="5042160" y="3522240"/>
            <a:ext cx="0" cy="103464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9" name="Google Shape;319;p56"/>
          <p:cNvSpPr/>
          <p:nvPr/>
        </p:nvSpPr>
        <p:spPr>
          <a:xfrm>
            <a:off x="5007960" y="4549680"/>
            <a:ext cx="82440" cy="82440"/>
          </a:xfrm>
          <a:prstGeom prst="ellipse">
            <a:avLst/>
          </a:prstGeom>
          <a:solidFill>
            <a:srgbClr val="333333"/>
          </a:solidFill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56"/>
          <p:cNvSpPr txBox="1"/>
          <p:nvPr/>
        </p:nvSpPr>
        <p:spPr>
          <a:xfrm>
            <a:off x="4720680" y="4635000"/>
            <a:ext cx="68868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GND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56"/>
          <p:cNvSpPr/>
          <p:nvPr/>
        </p:nvSpPr>
        <p:spPr>
          <a:xfrm>
            <a:off x="5008320" y="4546800"/>
            <a:ext cx="82440" cy="82440"/>
          </a:xfrm>
          <a:prstGeom prst="ellipse">
            <a:avLst/>
          </a:prstGeom>
          <a:solidFill>
            <a:srgbClr val="333333"/>
          </a:solidFill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56"/>
          <p:cNvSpPr txBox="1"/>
          <p:nvPr/>
        </p:nvSpPr>
        <p:spPr>
          <a:xfrm>
            <a:off x="3784320" y="4671360"/>
            <a:ext cx="68868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GND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56"/>
          <p:cNvSpPr/>
          <p:nvPr/>
        </p:nvSpPr>
        <p:spPr>
          <a:xfrm>
            <a:off x="4071960" y="4583160"/>
            <a:ext cx="82440" cy="82440"/>
          </a:xfrm>
          <a:prstGeom prst="ellipse">
            <a:avLst/>
          </a:prstGeom>
          <a:solidFill>
            <a:srgbClr val="333333"/>
          </a:solidFill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56"/>
          <p:cNvSpPr txBox="1"/>
          <p:nvPr/>
        </p:nvSpPr>
        <p:spPr>
          <a:xfrm>
            <a:off x="3784680" y="4668480"/>
            <a:ext cx="68868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GND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56"/>
          <p:cNvSpPr/>
          <p:nvPr/>
        </p:nvSpPr>
        <p:spPr>
          <a:xfrm>
            <a:off x="4072320" y="4580280"/>
            <a:ext cx="82440" cy="82440"/>
          </a:xfrm>
          <a:prstGeom prst="ellipse">
            <a:avLst/>
          </a:prstGeom>
          <a:solidFill>
            <a:srgbClr val="333333"/>
          </a:solidFill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56"/>
          <p:cNvSpPr/>
          <p:nvPr/>
        </p:nvSpPr>
        <p:spPr>
          <a:xfrm>
            <a:off x="4773960" y="1878840"/>
            <a:ext cx="324720" cy="632880"/>
          </a:xfrm>
          <a:custGeom>
            <a:rect b="b" l="l" r="r" t="t"/>
            <a:pathLst>
              <a:path extrusionOk="0" h="1758" w="902">
                <a:moveTo>
                  <a:pt x="732" y="0"/>
                </a:moveTo>
                <a:cubicBezTo>
                  <a:pt x="766" y="245"/>
                  <a:pt x="52" y="452"/>
                  <a:pt x="597" y="541"/>
                </a:cubicBezTo>
                <a:cubicBezTo>
                  <a:pt x="861" y="584"/>
                  <a:pt x="891" y="836"/>
                  <a:pt x="597" y="927"/>
                </a:cubicBezTo>
                <a:cubicBezTo>
                  <a:pt x="0" y="1112"/>
                  <a:pt x="776" y="1053"/>
                  <a:pt x="829" y="1294"/>
                </a:cubicBezTo>
                <a:cubicBezTo>
                  <a:pt x="901" y="1622"/>
                  <a:pt x="193" y="1452"/>
                  <a:pt x="694" y="1757"/>
                </a:cubicBezTo>
              </a:path>
            </a:pathLst>
          </a:cu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27" name="Google Shape;327;p56"/>
          <p:cNvCxnSpPr/>
          <p:nvPr/>
        </p:nvCxnSpPr>
        <p:spPr>
          <a:xfrm rot="10800000">
            <a:off x="5000760" y="1374480"/>
            <a:ext cx="0" cy="50436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8" name="Google Shape;328;p56"/>
          <p:cNvSpPr/>
          <p:nvPr/>
        </p:nvSpPr>
        <p:spPr>
          <a:xfrm>
            <a:off x="4971960" y="1278720"/>
            <a:ext cx="82440" cy="82440"/>
          </a:xfrm>
          <a:prstGeom prst="ellipse">
            <a:avLst/>
          </a:prstGeom>
          <a:solidFill>
            <a:srgbClr val="333333"/>
          </a:solidFill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56"/>
          <p:cNvSpPr txBox="1"/>
          <p:nvPr/>
        </p:nvSpPr>
        <p:spPr>
          <a:xfrm>
            <a:off x="4864320" y="971280"/>
            <a:ext cx="47340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V</a:t>
            </a:r>
            <a:r>
              <a:rPr b="0" lang="en-US" sz="1100" strike="noStrike">
                <a:latin typeface="Arial"/>
                <a:ea typeface="Arial"/>
                <a:cs typeface="Arial"/>
                <a:sym typeface="Arial"/>
              </a:rPr>
              <a:t>cc</a:t>
            </a:r>
            <a:endParaRPr b="0" sz="1100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0" name="Google Shape;330;p56"/>
          <p:cNvCxnSpPr/>
          <p:nvPr/>
        </p:nvCxnSpPr>
        <p:spPr>
          <a:xfrm flipH="1">
            <a:off x="5016960" y="2511360"/>
            <a:ext cx="12240" cy="47952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1" name="Google Shape;331;p56"/>
          <p:cNvCxnSpPr/>
          <p:nvPr/>
        </p:nvCxnSpPr>
        <p:spPr>
          <a:xfrm>
            <a:off x="5029200" y="2743200"/>
            <a:ext cx="137160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2" name="Google Shape;332;p56"/>
          <p:cNvSpPr/>
          <p:nvPr/>
        </p:nvSpPr>
        <p:spPr>
          <a:xfrm>
            <a:off x="6376320" y="2711160"/>
            <a:ext cx="82440" cy="82440"/>
          </a:xfrm>
          <a:prstGeom prst="ellipse">
            <a:avLst/>
          </a:prstGeom>
          <a:solidFill>
            <a:srgbClr val="333333"/>
          </a:solidFill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56"/>
          <p:cNvSpPr txBox="1"/>
          <p:nvPr/>
        </p:nvSpPr>
        <p:spPr>
          <a:xfrm>
            <a:off x="6412320" y="2552400"/>
            <a:ext cx="34596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C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57"/>
          <p:cNvSpPr txBox="1"/>
          <p:nvPr/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Transistor-transistor Logic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9" name="Google Shape;339;p57"/>
          <p:cNvCxnSpPr/>
          <p:nvPr/>
        </p:nvCxnSpPr>
        <p:spPr>
          <a:xfrm rot="10800000">
            <a:off x="2875320" y="3192840"/>
            <a:ext cx="227520" cy="22968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0" name="Google Shape;340;p57"/>
          <p:cNvCxnSpPr/>
          <p:nvPr/>
        </p:nvCxnSpPr>
        <p:spPr>
          <a:xfrm flipH="1" rot="10800000">
            <a:off x="2600640" y="3187080"/>
            <a:ext cx="208800" cy="24660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341" name="Google Shape;341;p57"/>
          <p:cNvCxnSpPr/>
          <p:nvPr/>
        </p:nvCxnSpPr>
        <p:spPr>
          <a:xfrm rot="10800000">
            <a:off x="2646720" y="3186360"/>
            <a:ext cx="457200" cy="756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2" name="Google Shape;342;p57"/>
          <p:cNvCxnSpPr/>
          <p:nvPr/>
        </p:nvCxnSpPr>
        <p:spPr>
          <a:xfrm flipH="1" rot="10800000">
            <a:off x="2675160" y="3220560"/>
            <a:ext cx="208800" cy="24660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343" name="Google Shape;343;p57"/>
          <p:cNvCxnSpPr/>
          <p:nvPr/>
        </p:nvCxnSpPr>
        <p:spPr>
          <a:xfrm flipH="1">
            <a:off x="2199600" y="3434040"/>
            <a:ext cx="401040" cy="45216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4" name="Google Shape;344;p57"/>
          <p:cNvCxnSpPr/>
          <p:nvPr/>
        </p:nvCxnSpPr>
        <p:spPr>
          <a:xfrm flipH="1">
            <a:off x="1742400" y="3434040"/>
            <a:ext cx="966240" cy="113796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5" name="Google Shape;345;p57"/>
          <p:cNvCxnSpPr/>
          <p:nvPr/>
        </p:nvCxnSpPr>
        <p:spPr>
          <a:xfrm flipH="1" rot="10800000">
            <a:off x="1285200" y="3866040"/>
            <a:ext cx="923040" cy="2016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6" name="Google Shape;346;p57"/>
          <p:cNvCxnSpPr/>
          <p:nvPr/>
        </p:nvCxnSpPr>
        <p:spPr>
          <a:xfrm>
            <a:off x="1371600" y="4572000"/>
            <a:ext cx="369000" cy="1404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7" name="Google Shape;347;p57"/>
          <p:cNvSpPr/>
          <p:nvPr/>
        </p:nvSpPr>
        <p:spPr>
          <a:xfrm>
            <a:off x="2649960" y="1878840"/>
            <a:ext cx="324720" cy="632880"/>
          </a:xfrm>
          <a:custGeom>
            <a:rect b="b" l="l" r="r" t="t"/>
            <a:pathLst>
              <a:path extrusionOk="0" h="1758" w="902">
                <a:moveTo>
                  <a:pt x="732" y="0"/>
                </a:moveTo>
                <a:cubicBezTo>
                  <a:pt x="766" y="245"/>
                  <a:pt x="52" y="452"/>
                  <a:pt x="597" y="541"/>
                </a:cubicBezTo>
                <a:cubicBezTo>
                  <a:pt x="861" y="584"/>
                  <a:pt x="891" y="836"/>
                  <a:pt x="597" y="927"/>
                </a:cubicBezTo>
                <a:cubicBezTo>
                  <a:pt x="0" y="1112"/>
                  <a:pt x="776" y="1053"/>
                  <a:pt x="829" y="1294"/>
                </a:cubicBezTo>
                <a:cubicBezTo>
                  <a:pt x="901" y="1622"/>
                  <a:pt x="193" y="1452"/>
                  <a:pt x="694" y="1757"/>
                </a:cubicBezTo>
              </a:path>
            </a:pathLst>
          </a:cu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48" name="Google Shape;348;p57"/>
          <p:cNvCxnSpPr/>
          <p:nvPr/>
        </p:nvCxnSpPr>
        <p:spPr>
          <a:xfrm rot="10800000">
            <a:off x="2840760" y="1374480"/>
            <a:ext cx="0" cy="50436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9" name="Google Shape;349;p57"/>
          <p:cNvSpPr/>
          <p:nvPr/>
        </p:nvSpPr>
        <p:spPr>
          <a:xfrm>
            <a:off x="2811960" y="1278720"/>
            <a:ext cx="82440" cy="82440"/>
          </a:xfrm>
          <a:prstGeom prst="ellipse">
            <a:avLst/>
          </a:prstGeom>
          <a:solidFill>
            <a:srgbClr val="333333"/>
          </a:solidFill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57"/>
          <p:cNvSpPr txBox="1"/>
          <p:nvPr/>
        </p:nvSpPr>
        <p:spPr>
          <a:xfrm>
            <a:off x="2596320" y="899280"/>
            <a:ext cx="47340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V</a:t>
            </a:r>
            <a:r>
              <a:rPr b="0" lang="en-US" sz="1100" strike="noStrike">
                <a:latin typeface="Arial"/>
                <a:ea typeface="Arial"/>
                <a:cs typeface="Arial"/>
                <a:sym typeface="Arial"/>
              </a:rPr>
              <a:t>cc</a:t>
            </a:r>
            <a:endParaRPr b="0" sz="1100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1" name="Google Shape;351;p57"/>
          <p:cNvCxnSpPr/>
          <p:nvPr/>
        </p:nvCxnSpPr>
        <p:spPr>
          <a:xfrm>
            <a:off x="2851200" y="2511360"/>
            <a:ext cx="0" cy="68904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2" name="Google Shape;352;p57"/>
          <p:cNvCxnSpPr/>
          <p:nvPr/>
        </p:nvCxnSpPr>
        <p:spPr>
          <a:xfrm>
            <a:off x="3123360" y="3427200"/>
            <a:ext cx="53964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3" name="Google Shape;353;p57"/>
          <p:cNvCxnSpPr/>
          <p:nvPr/>
        </p:nvCxnSpPr>
        <p:spPr>
          <a:xfrm flipH="1">
            <a:off x="4929480" y="3170880"/>
            <a:ext cx="228600" cy="22860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4" name="Google Shape;354;p57"/>
          <p:cNvCxnSpPr/>
          <p:nvPr/>
        </p:nvCxnSpPr>
        <p:spPr>
          <a:xfrm rot="10800000">
            <a:off x="4924080" y="3465360"/>
            <a:ext cx="247680" cy="20772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355" name="Google Shape;355;p57"/>
          <p:cNvCxnSpPr/>
          <p:nvPr/>
        </p:nvCxnSpPr>
        <p:spPr>
          <a:xfrm flipH="1">
            <a:off x="4924080" y="3170880"/>
            <a:ext cx="5400" cy="45720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6" name="Google Shape;356;p57"/>
          <p:cNvCxnSpPr/>
          <p:nvPr/>
        </p:nvCxnSpPr>
        <p:spPr>
          <a:xfrm>
            <a:off x="3657600" y="3418200"/>
            <a:ext cx="126648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7" name="Google Shape;357;p57"/>
          <p:cNvCxnSpPr/>
          <p:nvPr/>
        </p:nvCxnSpPr>
        <p:spPr>
          <a:xfrm>
            <a:off x="2840760" y="1600200"/>
            <a:ext cx="233244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8" name="Google Shape;358;p57"/>
          <p:cNvSpPr/>
          <p:nvPr/>
        </p:nvSpPr>
        <p:spPr>
          <a:xfrm>
            <a:off x="4953960" y="1879200"/>
            <a:ext cx="324720" cy="632880"/>
          </a:xfrm>
          <a:custGeom>
            <a:rect b="b" l="l" r="r" t="t"/>
            <a:pathLst>
              <a:path extrusionOk="0" h="1758" w="902">
                <a:moveTo>
                  <a:pt x="732" y="0"/>
                </a:moveTo>
                <a:cubicBezTo>
                  <a:pt x="766" y="245"/>
                  <a:pt x="52" y="452"/>
                  <a:pt x="597" y="541"/>
                </a:cubicBezTo>
                <a:cubicBezTo>
                  <a:pt x="861" y="584"/>
                  <a:pt x="891" y="836"/>
                  <a:pt x="597" y="927"/>
                </a:cubicBezTo>
                <a:cubicBezTo>
                  <a:pt x="0" y="1112"/>
                  <a:pt x="776" y="1053"/>
                  <a:pt x="829" y="1294"/>
                </a:cubicBezTo>
                <a:cubicBezTo>
                  <a:pt x="901" y="1622"/>
                  <a:pt x="193" y="1452"/>
                  <a:pt x="694" y="1757"/>
                </a:cubicBezTo>
              </a:path>
            </a:pathLst>
          </a:cu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59" name="Google Shape;359;p57"/>
          <p:cNvCxnSpPr/>
          <p:nvPr/>
        </p:nvCxnSpPr>
        <p:spPr>
          <a:xfrm>
            <a:off x="5173200" y="1600200"/>
            <a:ext cx="0" cy="27900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0" name="Google Shape;360;p57"/>
          <p:cNvCxnSpPr/>
          <p:nvPr/>
        </p:nvCxnSpPr>
        <p:spPr>
          <a:xfrm flipH="1">
            <a:off x="5158080" y="2511720"/>
            <a:ext cx="15120" cy="65916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1" name="Google Shape;361;p57"/>
          <p:cNvCxnSpPr/>
          <p:nvPr/>
        </p:nvCxnSpPr>
        <p:spPr>
          <a:xfrm>
            <a:off x="5965200" y="3619800"/>
            <a:ext cx="99900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2" name="Google Shape;362;p57"/>
          <p:cNvSpPr/>
          <p:nvPr/>
        </p:nvSpPr>
        <p:spPr>
          <a:xfrm>
            <a:off x="6915600" y="3582720"/>
            <a:ext cx="82440" cy="82440"/>
          </a:xfrm>
          <a:prstGeom prst="ellipse">
            <a:avLst/>
          </a:prstGeom>
          <a:solidFill>
            <a:srgbClr val="333333"/>
          </a:solidFill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57"/>
          <p:cNvSpPr/>
          <p:nvPr/>
        </p:nvSpPr>
        <p:spPr>
          <a:xfrm>
            <a:off x="1227600" y="3834360"/>
            <a:ext cx="82440" cy="82440"/>
          </a:xfrm>
          <a:prstGeom prst="ellipse">
            <a:avLst/>
          </a:prstGeom>
          <a:solidFill>
            <a:srgbClr val="333333"/>
          </a:solidFill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57"/>
          <p:cNvSpPr/>
          <p:nvPr/>
        </p:nvSpPr>
        <p:spPr>
          <a:xfrm>
            <a:off x="1227960" y="4518720"/>
            <a:ext cx="82440" cy="82440"/>
          </a:xfrm>
          <a:prstGeom prst="ellipse">
            <a:avLst/>
          </a:prstGeom>
          <a:solidFill>
            <a:srgbClr val="333333"/>
          </a:solidFill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57"/>
          <p:cNvSpPr txBox="1"/>
          <p:nvPr/>
        </p:nvSpPr>
        <p:spPr>
          <a:xfrm>
            <a:off x="903960" y="3704400"/>
            <a:ext cx="33336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A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57"/>
          <p:cNvSpPr txBox="1"/>
          <p:nvPr/>
        </p:nvSpPr>
        <p:spPr>
          <a:xfrm>
            <a:off x="903960" y="4388400"/>
            <a:ext cx="33336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B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57"/>
          <p:cNvSpPr txBox="1"/>
          <p:nvPr/>
        </p:nvSpPr>
        <p:spPr>
          <a:xfrm>
            <a:off x="7023960" y="3452400"/>
            <a:ext cx="34596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C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8" name="Google Shape;368;p57"/>
          <p:cNvCxnSpPr/>
          <p:nvPr/>
        </p:nvCxnSpPr>
        <p:spPr>
          <a:xfrm>
            <a:off x="5164200" y="4800600"/>
            <a:ext cx="0" cy="27000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9" name="Google Shape;369;p57"/>
          <p:cNvSpPr/>
          <p:nvPr/>
        </p:nvSpPr>
        <p:spPr>
          <a:xfrm>
            <a:off x="5115960" y="5053320"/>
            <a:ext cx="82440" cy="82440"/>
          </a:xfrm>
          <a:prstGeom prst="ellipse">
            <a:avLst/>
          </a:prstGeom>
          <a:solidFill>
            <a:srgbClr val="333333"/>
          </a:solidFill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57"/>
          <p:cNvSpPr txBox="1"/>
          <p:nvPr/>
        </p:nvSpPr>
        <p:spPr>
          <a:xfrm>
            <a:off x="5008320" y="5105520"/>
            <a:ext cx="68868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GND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57"/>
          <p:cNvSpPr/>
          <p:nvPr/>
        </p:nvSpPr>
        <p:spPr>
          <a:xfrm>
            <a:off x="4953960" y="4147200"/>
            <a:ext cx="324720" cy="632880"/>
          </a:xfrm>
          <a:custGeom>
            <a:rect b="b" l="l" r="r" t="t"/>
            <a:pathLst>
              <a:path extrusionOk="0" h="1758" w="902">
                <a:moveTo>
                  <a:pt x="732" y="0"/>
                </a:moveTo>
                <a:cubicBezTo>
                  <a:pt x="766" y="245"/>
                  <a:pt x="52" y="452"/>
                  <a:pt x="597" y="541"/>
                </a:cubicBezTo>
                <a:cubicBezTo>
                  <a:pt x="861" y="584"/>
                  <a:pt x="891" y="836"/>
                  <a:pt x="597" y="927"/>
                </a:cubicBezTo>
                <a:cubicBezTo>
                  <a:pt x="0" y="1112"/>
                  <a:pt x="776" y="1053"/>
                  <a:pt x="829" y="1294"/>
                </a:cubicBezTo>
                <a:cubicBezTo>
                  <a:pt x="901" y="1622"/>
                  <a:pt x="193" y="1452"/>
                  <a:pt x="694" y="1757"/>
                </a:cubicBezTo>
              </a:path>
            </a:pathLst>
          </a:cu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72" name="Google Shape;372;p57"/>
          <p:cNvCxnSpPr/>
          <p:nvPr/>
        </p:nvCxnSpPr>
        <p:spPr>
          <a:xfrm rot="10800000">
            <a:off x="5144760" y="3642840"/>
            <a:ext cx="0" cy="50436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3" name="Google Shape;373;p57"/>
          <p:cNvCxnSpPr/>
          <p:nvPr/>
        </p:nvCxnSpPr>
        <p:spPr>
          <a:xfrm>
            <a:off x="5139720" y="3895200"/>
            <a:ext cx="53964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4" name="Google Shape;374;p57"/>
          <p:cNvCxnSpPr/>
          <p:nvPr/>
        </p:nvCxnSpPr>
        <p:spPr>
          <a:xfrm flipH="1">
            <a:off x="5682960" y="3636360"/>
            <a:ext cx="228600" cy="22860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5" name="Google Shape;375;p57"/>
          <p:cNvCxnSpPr/>
          <p:nvPr/>
        </p:nvCxnSpPr>
        <p:spPr>
          <a:xfrm rot="10800000">
            <a:off x="5677560" y="3930840"/>
            <a:ext cx="247680" cy="20772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376" name="Google Shape;376;p57"/>
          <p:cNvCxnSpPr/>
          <p:nvPr/>
        </p:nvCxnSpPr>
        <p:spPr>
          <a:xfrm flipH="1">
            <a:off x="5677560" y="3636360"/>
            <a:ext cx="5400" cy="45720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7" name="Google Shape;377;p57"/>
          <p:cNvCxnSpPr/>
          <p:nvPr/>
        </p:nvCxnSpPr>
        <p:spPr>
          <a:xfrm>
            <a:off x="5920560" y="4150080"/>
            <a:ext cx="0" cy="27000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8" name="Google Shape;378;p57"/>
          <p:cNvSpPr/>
          <p:nvPr/>
        </p:nvSpPr>
        <p:spPr>
          <a:xfrm>
            <a:off x="5872320" y="4402800"/>
            <a:ext cx="82440" cy="82440"/>
          </a:xfrm>
          <a:prstGeom prst="ellipse">
            <a:avLst/>
          </a:prstGeom>
          <a:solidFill>
            <a:srgbClr val="333333"/>
          </a:solidFill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57"/>
          <p:cNvSpPr txBox="1"/>
          <p:nvPr/>
        </p:nvSpPr>
        <p:spPr>
          <a:xfrm>
            <a:off x="5764680" y="4455000"/>
            <a:ext cx="68868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GND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57"/>
          <p:cNvSpPr/>
          <p:nvPr/>
        </p:nvSpPr>
        <p:spPr>
          <a:xfrm>
            <a:off x="5673960" y="1879560"/>
            <a:ext cx="324720" cy="632880"/>
          </a:xfrm>
          <a:custGeom>
            <a:rect b="b" l="l" r="r" t="t"/>
            <a:pathLst>
              <a:path extrusionOk="0" h="1758" w="902">
                <a:moveTo>
                  <a:pt x="732" y="0"/>
                </a:moveTo>
                <a:cubicBezTo>
                  <a:pt x="766" y="245"/>
                  <a:pt x="52" y="452"/>
                  <a:pt x="597" y="541"/>
                </a:cubicBezTo>
                <a:cubicBezTo>
                  <a:pt x="861" y="584"/>
                  <a:pt x="891" y="836"/>
                  <a:pt x="597" y="927"/>
                </a:cubicBezTo>
                <a:cubicBezTo>
                  <a:pt x="0" y="1112"/>
                  <a:pt x="776" y="1053"/>
                  <a:pt x="829" y="1294"/>
                </a:cubicBezTo>
                <a:cubicBezTo>
                  <a:pt x="901" y="1622"/>
                  <a:pt x="193" y="1452"/>
                  <a:pt x="694" y="1757"/>
                </a:cubicBezTo>
              </a:path>
            </a:pathLst>
          </a:cu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1" name="Google Shape;381;p57"/>
          <p:cNvCxnSpPr/>
          <p:nvPr/>
        </p:nvCxnSpPr>
        <p:spPr>
          <a:xfrm>
            <a:off x="5893200" y="1600560"/>
            <a:ext cx="0" cy="27900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2" name="Google Shape;382;p57"/>
          <p:cNvCxnSpPr/>
          <p:nvPr/>
        </p:nvCxnSpPr>
        <p:spPr>
          <a:xfrm>
            <a:off x="5173200" y="1600200"/>
            <a:ext cx="77040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3" name="Google Shape;383;p57"/>
          <p:cNvCxnSpPr/>
          <p:nvPr/>
        </p:nvCxnSpPr>
        <p:spPr>
          <a:xfrm>
            <a:off x="5176080" y="2959200"/>
            <a:ext cx="53964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4" name="Google Shape;384;p57"/>
          <p:cNvCxnSpPr/>
          <p:nvPr/>
        </p:nvCxnSpPr>
        <p:spPr>
          <a:xfrm flipH="1">
            <a:off x="5752440" y="2697840"/>
            <a:ext cx="228600" cy="22860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5" name="Google Shape;385;p57"/>
          <p:cNvCxnSpPr/>
          <p:nvPr/>
        </p:nvCxnSpPr>
        <p:spPr>
          <a:xfrm rot="10800000">
            <a:off x="5747040" y="2992320"/>
            <a:ext cx="247680" cy="20772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386" name="Google Shape;386;p57"/>
          <p:cNvCxnSpPr/>
          <p:nvPr/>
        </p:nvCxnSpPr>
        <p:spPr>
          <a:xfrm flipH="1">
            <a:off x="5747040" y="2697840"/>
            <a:ext cx="5400" cy="45720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7" name="Google Shape;387;p57"/>
          <p:cNvSpPr/>
          <p:nvPr/>
        </p:nvSpPr>
        <p:spPr>
          <a:xfrm>
            <a:off x="5746680" y="3230280"/>
            <a:ext cx="360360" cy="230760"/>
          </a:xfrm>
          <a:custGeom>
            <a:rect b="b" l="l" r="r" t="t"/>
            <a:pathLst>
              <a:path extrusionOk="0" h="641" w="1001">
                <a:moveTo>
                  <a:pt x="495" y="640"/>
                </a:moveTo>
                <a:lnTo>
                  <a:pt x="0" y="0"/>
                </a:lnTo>
                <a:lnTo>
                  <a:pt x="1000" y="9"/>
                </a:lnTo>
                <a:lnTo>
                  <a:pt x="495" y="640"/>
                </a:lnTo>
                <a:moveTo>
                  <a:pt x="179" y="618"/>
                </a:moveTo>
                <a:lnTo>
                  <a:pt x="814" y="623"/>
                </a:lnTo>
                <a:lnTo>
                  <a:pt x="179" y="618"/>
                </a:lnTo>
              </a:path>
            </a:pathLst>
          </a:custGeom>
          <a:solidFill>
            <a:srgbClr val="333333"/>
          </a:solidFill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sp>
      <p:cxnSp>
        <p:nvCxnSpPr>
          <p:cNvPr id="388" name="Google Shape;388;p57"/>
          <p:cNvCxnSpPr/>
          <p:nvPr/>
        </p:nvCxnSpPr>
        <p:spPr>
          <a:xfrm>
            <a:off x="5943600" y="3460680"/>
            <a:ext cx="0" cy="19692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9" name="Google Shape;389;p57"/>
          <p:cNvCxnSpPr/>
          <p:nvPr/>
        </p:nvCxnSpPr>
        <p:spPr>
          <a:xfrm>
            <a:off x="5943600" y="2525040"/>
            <a:ext cx="0" cy="19692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58"/>
          <p:cNvSpPr txBox="1"/>
          <p:nvPr/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Transistor-transistor Logic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5" name="Google Shape;395;p58"/>
          <p:cNvCxnSpPr/>
          <p:nvPr/>
        </p:nvCxnSpPr>
        <p:spPr>
          <a:xfrm rot="10800000">
            <a:off x="1834200" y="3192840"/>
            <a:ext cx="227520" cy="22968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6" name="Google Shape;396;p58"/>
          <p:cNvCxnSpPr/>
          <p:nvPr/>
        </p:nvCxnSpPr>
        <p:spPr>
          <a:xfrm flipH="1" rot="10800000">
            <a:off x="1559520" y="3187080"/>
            <a:ext cx="208800" cy="24660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397" name="Google Shape;397;p58"/>
          <p:cNvCxnSpPr/>
          <p:nvPr/>
        </p:nvCxnSpPr>
        <p:spPr>
          <a:xfrm rot="10800000">
            <a:off x="1605600" y="3186360"/>
            <a:ext cx="457200" cy="756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8" name="Google Shape;398;p58"/>
          <p:cNvCxnSpPr/>
          <p:nvPr/>
        </p:nvCxnSpPr>
        <p:spPr>
          <a:xfrm flipH="1">
            <a:off x="1158480" y="3434040"/>
            <a:ext cx="401040" cy="45216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9" name="Google Shape;399;p58"/>
          <p:cNvCxnSpPr/>
          <p:nvPr/>
        </p:nvCxnSpPr>
        <p:spPr>
          <a:xfrm>
            <a:off x="675000" y="3866040"/>
            <a:ext cx="49212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0" name="Google Shape;400;p58"/>
          <p:cNvCxnSpPr/>
          <p:nvPr/>
        </p:nvCxnSpPr>
        <p:spPr>
          <a:xfrm>
            <a:off x="870480" y="4536000"/>
            <a:ext cx="106632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1" name="Google Shape;401;p58"/>
          <p:cNvSpPr/>
          <p:nvPr/>
        </p:nvSpPr>
        <p:spPr>
          <a:xfrm>
            <a:off x="1608840" y="1878840"/>
            <a:ext cx="324720" cy="632880"/>
          </a:xfrm>
          <a:custGeom>
            <a:rect b="b" l="l" r="r" t="t"/>
            <a:pathLst>
              <a:path extrusionOk="0" h="1758" w="902">
                <a:moveTo>
                  <a:pt x="732" y="0"/>
                </a:moveTo>
                <a:cubicBezTo>
                  <a:pt x="766" y="245"/>
                  <a:pt x="52" y="452"/>
                  <a:pt x="597" y="541"/>
                </a:cubicBezTo>
                <a:cubicBezTo>
                  <a:pt x="861" y="584"/>
                  <a:pt x="891" y="836"/>
                  <a:pt x="597" y="927"/>
                </a:cubicBezTo>
                <a:cubicBezTo>
                  <a:pt x="0" y="1112"/>
                  <a:pt x="776" y="1053"/>
                  <a:pt x="829" y="1294"/>
                </a:cubicBezTo>
                <a:cubicBezTo>
                  <a:pt x="901" y="1622"/>
                  <a:pt x="193" y="1452"/>
                  <a:pt x="694" y="1757"/>
                </a:cubicBezTo>
              </a:path>
            </a:pathLst>
          </a:cu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2" name="Google Shape;402;p58"/>
          <p:cNvCxnSpPr/>
          <p:nvPr/>
        </p:nvCxnSpPr>
        <p:spPr>
          <a:xfrm rot="10800000">
            <a:off x="1799640" y="1374480"/>
            <a:ext cx="0" cy="50436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3" name="Google Shape;403;p58"/>
          <p:cNvSpPr/>
          <p:nvPr/>
        </p:nvSpPr>
        <p:spPr>
          <a:xfrm>
            <a:off x="1770840" y="1278720"/>
            <a:ext cx="82440" cy="82440"/>
          </a:xfrm>
          <a:prstGeom prst="ellipse">
            <a:avLst/>
          </a:prstGeom>
          <a:solidFill>
            <a:srgbClr val="333333"/>
          </a:solidFill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58"/>
          <p:cNvSpPr txBox="1"/>
          <p:nvPr/>
        </p:nvSpPr>
        <p:spPr>
          <a:xfrm>
            <a:off x="1555200" y="899280"/>
            <a:ext cx="47340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V</a:t>
            </a:r>
            <a:r>
              <a:rPr b="0" lang="en-US" sz="1100" strike="noStrike">
                <a:latin typeface="Arial"/>
                <a:ea typeface="Arial"/>
                <a:cs typeface="Arial"/>
                <a:sym typeface="Arial"/>
              </a:rPr>
              <a:t>cc</a:t>
            </a:r>
            <a:endParaRPr b="0" sz="1100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5" name="Google Shape;405;p58"/>
          <p:cNvCxnSpPr/>
          <p:nvPr/>
        </p:nvCxnSpPr>
        <p:spPr>
          <a:xfrm>
            <a:off x="1810080" y="2511360"/>
            <a:ext cx="0" cy="68904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6" name="Google Shape;406;p58"/>
          <p:cNvSpPr/>
          <p:nvPr/>
        </p:nvSpPr>
        <p:spPr>
          <a:xfrm>
            <a:off x="618480" y="3834360"/>
            <a:ext cx="82440" cy="82440"/>
          </a:xfrm>
          <a:prstGeom prst="ellipse">
            <a:avLst/>
          </a:prstGeom>
          <a:solidFill>
            <a:srgbClr val="333333"/>
          </a:solidFill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58"/>
          <p:cNvSpPr/>
          <p:nvPr/>
        </p:nvSpPr>
        <p:spPr>
          <a:xfrm>
            <a:off x="762840" y="4489200"/>
            <a:ext cx="82440" cy="82440"/>
          </a:xfrm>
          <a:prstGeom prst="ellipse">
            <a:avLst/>
          </a:prstGeom>
          <a:solidFill>
            <a:srgbClr val="333333"/>
          </a:solidFill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58"/>
          <p:cNvSpPr txBox="1"/>
          <p:nvPr/>
        </p:nvSpPr>
        <p:spPr>
          <a:xfrm>
            <a:off x="294840" y="3704400"/>
            <a:ext cx="33336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A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58"/>
          <p:cNvSpPr txBox="1"/>
          <p:nvPr/>
        </p:nvSpPr>
        <p:spPr>
          <a:xfrm>
            <a:off x="438840" y="4358880"/>
            <a:ext cx="33336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B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0" name="Google Shape;410;p58"/>
          <p:cNvCxnSpPr/>
          <p:nvPr/>
        </p:nvCxnSpPr>
        <p:spPr>
          <a:xfrm rot="10800000">
            <a:off x="2629080" y="3837960"/>
            <a:ext cx="227520" cy="22968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1" name="Google Shape;411;p58"/>
          <p:cNvCxnSpPr/>
          <p:nvPr/>
        </p:nvCxnSpPr>
        <p:spPr>
          <a:xfrm flipH="1" rot="10800000">
            <a:off x="2354400" y="3832200"/>
            <a:ext cx="208800" cy="24660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412" name="Google Shape;412;p58"/>
          <p:cNvCxnSpPr/>
          <p:nvPr/>
        </p:nvCxnSpPr>
        <p:spPr>
          <a:xfrm rot="10800000">
            <a:off x="2400480" y="3831480"/>
            <a:ext cx="457200" cy="756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3" name="Google Shape;413;p58"/>
          <p:cNvSpPr/>
          <p:nvPr/>
        </p:nvSpPr>
        <p:spPr>
          <a:xfrm>
            <a:off x="2403720" y="2523960"/>
            <a:ext cx="324720" cy="632880"/>
          </a:xfrm>
          <a:custGeom>
            <a:rect b="b" l="l" r="r" t="t"/>
            <a:pathLst>
              <a:path extrusionOk="0" h="1758" w="902">
                <a:moveTo>
                  <a:pt x="732" y="0"/>
                </a:moveTo>
                <a:cubicBezTo>
                  <a:pt x="766" y="245"/>
                  <a:pt x="52" y="452"/>
                  <a:pt x="597" y="541"/>
                </a:cubicBezTo>
                <a:cubicBezTo>
                  <a:pt x="861" y="584"/>
                  <a:pt x="891" y="836"/>
                  <a:pt x="597" y="927"/>
                </a:cubicBezTo>
                <a:cubicBezTo>
                  <a:pt x="0" y="1112"/>
                  <a:pt x="776" y="1053"/>
                  <a:pt x="829" y="1294"/>
                </a:cubicBezTo>
                <a:cubicBezTo>
                  <a:pt x="901" y="1622"/>
                  <a:pt x="193" y="1452"/>
                  <a:pt x="694" y="1757"/>
                </a:cubicBezTo>
              </a:path>
            </a:pathLst>
          </a:cu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4" name="Google Shape;414;p58"/>
          <p:cNvCxnSpPr/>
          <p:nvPr/>
        </p:nvCxnSpPr>
        <p:spPr>
          <a:xfrm rot="10800000">
            <a:off x="2666520" y="1587600"/>
            <a:ext cx="0" cy="92340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5" name="Google Shape;415;p58"/>
          <p:cNvCxnSpPr/>
          <p:nvPr/>
        </p:nvCxnSpPr>
        <p:spPr>
          <a:xfrm>
            <a:off x="2604960" y="3156480"/>
            <a:ext cx="0" cy="68904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6" name="Google Shape;416;p58"/>
          <p:cNvCxnSpPr/>
          <p:nvPr/>
        </p:nvCxnSpPr>
        <p:spPr>
          <a:xfrm flipH="1" rot="10800000">
            <a:off x="1799640" y="1587600"/>
            <a:ext cx="866880" cy="1260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7" name="Google Shape;417;p58"/>
          <p:cNvCxnSpPr/>
          <p:nvPr/>
        </p:nvCxnSpPr>
        <p:spPr>
          <a:xfrm flipH="1">
            <a:off x="1950480" y="4082040"/>
            <a:ext cx="401040" cy="45216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8" name="Google Shape;418;p58"/>
          <p:cNvCxnSpPr/>
          <p:nvPr/>
        </p:nvCxnSpPr>
        <p:spPr>
          <a:xfrm flipH="1">
            <a:off x="3345480" y="3170880"/>
            <a:ext cx="228600" cy="22860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9" name="Google Shape;419;p58"/>
          <p:cNvCxnSpPr/>
          <p:nvPr/>
        </p:nvCxnSpPr>
        <p:spPr>
          <a:xfrm rot="10800000">
            <a:off x="3340080" y="3465360"/>
            <a:ext cx="247680" cy="20772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420" name="Google Shape;420;p58"/>
          <p:cNvCxnSpPr/>
          <p:nvPr/>
        </p:nvCxnSpPr>
        <p:spPr>
          <a:xfrm flipH="1">
            <a:off x="3340080" y="3170880"/>
            <a:ext cx="5400" cy="45720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1" name="Google Shape;421;p58"/>
          <p:cNvCxnSpPr/>
          <p:nvPr/>
        </p:nvCxnSpPr>
        <p:spPr>
          <a:xfrm>
            <a:off x="2073600" y="3418200"/>
            <a:ext cx="1266480" cy="0"/>
          </a:xfrm>
          <a:prstGeom prst="straightConnector1">
            <a:avLst/>
          </a:prstGeom>
          <a:noFill/>
          <a:ln cap="flat" cmpd="sng" w="108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2" name="Google Shape;422;p58"/>
          <p:cNvCxnSpPr/>
          <p:nvPr/>
        </p:nvCxnSpPr>
        <p:spPr>
          <a:xfrm>
            <a:off x="3580200" y="4800600"/>
            <a:ext cx="0" cy="27000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3" name="Google Shape;423;p58"/>
          <p:cNvSpPr/>
          <p:nvPr/>
        </p:nvSpPr>
        <p:spPr>
          <a:xfrm>
            <a:off x="3531960" y="5053320"/>
            <a:ext cx="82440" cy="82440"/>
          </a:xfrm>
          <a:prstGeom prst="ellipse">
            <a:avLst/>
          </a:prstGeom>
          <a:solidFill>
            <a:srgbClr val="333333"/>
          </a:solidFill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58"/>
          <p:cNvSpPr/>
          <p:nvPr/>
        </p:nvSpPr>
        <p:spPr>
          <a:xfrm>
            <a:off x="3369960" y="4147200"/>
            <a:ext cx="324720" cy="632880"/>
          </a:xfrm>
          <a:custGeom>
            <a:rect b="b" l="l" r="r" t="t"/>
            <a:pathLst>
              <a:path extrusionOk="0" h="1758" w="902">
                <a:moveTo>
                  <a:pt x="732" y="0"/>
                </a:moveTo>
                <a:cubicBezTo>
                  <a:pt x="766" y="245"/>
                  <a:pt x="52" y="452"/>
                  <a:pt x="597" y="541"/>
                </a:cubicBezTo>
                <a:cubicBezTo>
                  <a:pt x="861" y="584"/>
                  <a:pt x="891" y="836"/>
                  <a:pt x="597" y="927"/>
                </a:cubicBezTo>
                <a:cubicBezTo>
                  <a:pt x="0" y="1112"/>
                  <a:pt x="776" y="1053"/>
                  <a:pt x="829" y="1294"/>
                </a:cubicBezTo>
                <a:cubicBezTo>
                  <a:pt x="901" y="1622"/>
                  <a:pt x="193" y="1452"/>
                  <a:pt x="694" y="1757"/>
                </a:cubicBezTo>
              </a:path>
            </a:pathLst>
          </a:cu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25" name="Google Shape;425;p58"/>
          <p:cNvCxnSpPr/>
          <p:nvPr/>
        </p:nvCxnSpPr>
        <p:spPr>
          <a:xfrm rot="10800000">
            <a:off x="3560760" y="3642840"/>
            <a:ext cx="0" cy="50436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6" name="Google Shape;426;p58"/>
          <p:cNvCxnSpPr/>
          <p:nvPr/>
        </p:nvCxnSpPr>
        <p:spPr>
          <a:xfrm flipH="1">
            <a:off x="4281480" y="3170880"/>
            <a:ext cx="228600" cy="22860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7" name="Google Shape;427;p58"/>
          <p:cNvCxnSpPr/>
          <p:nvPr/>
        </p:nvCxnSpPr>
        <p:spPr>
          <a:xfrm rot="10800000">
            <a:off x="4276080" y="3465360"/>
            <a:ext cx="247680" cy="20772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428" name="Google Shape;428;p58"/>
          <p:cNvCxnSpPr/>
          <p:nvPr/>
        </p:nvCxnSpPr>
        <p:spPr>
          <a:xfrm flipH="1">
            <a:off x="4276080" y="3170880"/>
            <a:ext cx="5400" cy="45720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9" name="Google Shape;429;p58"/>
          <p:cNvCxnSpPr/>
          <p:nvPr/>
        </p:nvCxnSpPr>
        <p:spPr>
          <a:xfrm flipH="1" rot="10800000">
            <a:off x="3808800" y="3418200"/>
            <a:ext cx="467280" cy="1080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0" name="Google Shape;430;p58"/>
          <p:cNvCxnSpPr/>
          <p:nvPr/>
        </p:nvCxnSpPr>
        <p:spPr>
          <a:xfrm rot="10800000">
            <a:off x="4496760" y="3642840"/>
            <a:ext cx="0" cy="50436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1" name="Google Shape;431;p58"/>
          <p:cNvCxnSpPr/>
          <p:nvPr/>
        </p:nvCxnSpPr>
        <p:spPr>
          <a:xfrm>
            <a:off x="3560760" y="4114800"/>
            <a:ext cx="93600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2" name="Google Shape;432;p58"/>
          <p:cNvCxnSpPr/>
          <p:nvPr/>
        </p:nvCxnSpPr>
        <p:spPr>
          <a:xfrm>
            <a:off x="2862720" y="4053240"/>
            <a:ext cx="228600" cy="0"/>
          </a:xfrm>
          <a:prstGeom prst="straightConnector1">
            <a:avLst/>
          </a:prstGeom>
          <a:noFill/>
          <a:ln cap="flat" cmpd="sng" w="108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3" name="Google Shape;433;p58"/>
          <p:cNvCxnSpPr/>
          <p:nvPr/>
        </p:nvCxnSpPr>
        <p:spPr>
          <a:xfrm>
            <a:off x="3074400" y="2860200"/>
            <a:ext cx="0" cy="1188720"/>
          </a:xfrm>
          <a:prstGeom prst="straightConnector1">
            <a:avLst/>
          </a:prstGeom>
          <a:noFill/>
          <a:ln cap="flat" cmpd="sng" w="108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4" name="Google Shape;434;p58"/>
          <p:cNvCxnSpPr/>
          <p:nvPr/>
        </p:nvCxnSpPr>
        <p:spPr>
          <a:xfrm>
            <a:off x="3074400" y="2868840"/>
            <a:ext cx="740520" cy="0"/>
          </a:xfrm>
          <a:prstGeom prst="straightConnector1">
            <a:avLst/>
          </a:prstGeom>
          <a:noFill/>
          <a:ln cap="flat" cmpd="sng" w="108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5" name="Google Shape;435;p58"/>
          <p:cNvCxnSpPr/>
          <p:nvPr/>
        </p:nvCxnSpPr>
        <p:spPr>
          <a:xfrm>
            <a:off x="3808800" y="2874600"/>
            <a:ext cx="0" cy="60336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6" name="Google Shape;436;p58"/>
          <p:cNvCxnSpPr/>
          <p:nvPr/>
        </p:nvCxnSpPr>
        <p:spPr>
          <a:xfrm>
            <a:off x="2666520" y="1600200"/>
            <a:ext cx="327708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7" name="Google Shape;437;p58"/>
          <p:cNvSpPr/>
          <p:nvPr/>
        </p:nvSpPr>
        <p:spPr>
          <a:xfrm>
            <a:off x="3297240" y="1840320"/>
            <a:ext cx="324720" cy="632880"/>
          </a:xfrm>
          <a:custGeom>
            <a:rect b="b" l="l" r="r" t="t"/>
            <a:pathLst>
              <a:path extrusionOk="0" h="1758" w="902">
                <a:moveTo>
                  <a:pt x="732" y="0"/>
                </a:moveTo>
                <a:cubicBezTo>
                  <a:pt x="766" y="245"/>
                  <a:pt x="52" y="452"/>
                  <a:pt x="597" y="541"/>
                </a:cubicBezTo>
                <a:cubicBezTo>
                  <a:pt x="861" y="584"/>
                  <a:pt x="891" y="836"/>
                  <a:pt x="597" y="927"/>
                </a:cubicBezTo>
                <a:cubicBezTo>
                  <a:pt x="0" y="1112"/>
                  <a:pt x="776" y="1053"/>
                  <a:pt x="829" y="1294"/>
                </a:cubicBezTo>
                <a:cubicBezTo>
                  <a:pt x="901" y="1622"/>
                  <a:pt x="193" y="1452"/>
                  <a:pt x="694" y="1757"/>
                </a:cubicBezTo>
              </a:path>
            </a:pathLst>
          </a:cu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8" name="Google Shape;438;p58"/>
          <p:cNvCxnSpPr/>
          <p:nvPr/>
        </p:nvCxnSpPr>
        <p:spPr>
          <a:xfrm>
            <a:off x="3544920" y="1612800"/>
            <a:ext cx="0" cy="20124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9" name="Google Shape;439;p58"/>
          <p:cNvCxnSpPr/>
          <p:nvPr/>
        </p:nvCxnSpPr>
        <p:spPr>
          <a:xfrm>
            <a:off x="3544920" y="2477160"/>
            <a:ext cx="21600" cy="69372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0" name="Google Shape;440;p58"/>
          <p:cNvCxnSpPr/>
          <p:nvPr/>
        </p:nvCxnSpPr>
        <p:spPr>
          <a:xfrm flipH="1" rot="10800000">
            <a:off x="3569400" y="2514600"/>
            <a:ext cx="1002600" cy="3024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1" name="Google Shape;441;p58"/>
          <p:cNvCxnSpPr/>
          <p:nvPr/>
        </p:nvCxnSpPr>
        <p:spPr>
          <a:xfrm>
            <a:off x="4492800" y="2550600"/>
            <a:ext cx="0" cy="60336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2" name="Google Shape;442;p58"/>
          <p:cNvCxnSpPr/>
          <p:nvPr/>
        </p:nvCxnSpPr>
        <p:spPr>
          <a:xfrm flipH="1">
            <a:off x="5682960" y="2304360"/>
            <a:ext cx="228600" cy="22860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3" name="Google Shape;443;p58"/>
          <p:cNvCxnSpPr/>
          <p:nvPr/>
        </p:nvCxnSpPr>
        <p:spPr>
          <a:xfrm rot="10800000">
            <a:off x="5677560" y="2598840"/>
            <a:ext cx="247680" cy="20772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444" name="Google Shape;444;p58"/>
          <p:cNvCxnSpPr/>
          <p:nvPr/>
        </p:nvCxnSpPr>
        <p:spPr>
          <a:xfrm flipH="1">
            <a:off x="5677560" y="2304360"/>
            <a:ext cx="5400" cy="45720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5" name="Google Shape;445;p58"/>
          <p:cNvCxnSpPr/>
          <p:nvPr/>
        </p:nvCxnSpPr>
        <p:spPr>
          <a:xfrm flipH="1">
            <a:off x="5682960" y="3852360"/>
            <a:ext cx="228600" cy="22860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6" name="Google Shape;446;p58"/>
          <p:cNvCxnSpPr/>
          <p:nvPr/>
        </p:nvCxnSpPr>
        <p:spPr>
          <a:xfrm rot="10800000">
            <a:off x="5677560" y="4146840"/>
            <a:ext cx="247680" cy="20772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447" name="Google Shape;447;p58"/>
          <p:cNvCxnSpPr/>
          <p:nvPr/>
        </p:nvCxnSpPr>
        <p:spPr>
          <a:xfrm flipH="1">
            <a:off x="5677560" y="3852360"/>
            <a:ext cx="5400" cy="45720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8" name="Google Shape;448;p58"/>
          <p:cNvCxnSpPr/>
          <p:nvPr/>
        </p:nvCxnSpPr>
        <p:spPr>
          <a:xfrm>
            <a:off x="4572000" y="2514600"/>
            <a:ext cx="1105560" cy="1836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9" name="Google Shape;449;p58"/>
          <p:cNvCxnSpPr/>
          <p:nvPr/>
        </p:nvCxnSpPr>
        <p:spPr>
          <a:xfrm>
            <a:off x="4536360" y="4098960"/>
            <a:ext cx="1105560" cy="1836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0" name="Google Shape;450;p58"/>
          <p:cNvCxnSpPr/>
          <p:nvPr/>
        </p:nvCxnSpPr>
        <p:spPr>
          <a:xfrm>
            <a:off x="5925240" y="4354560"/>
            <a:ext cx="18360" cy="44604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1" name="Google Shape;451;p58"/>
          <p:cNvCxnSpPr/>
          <p:nvPr/>
        </p:nvCxnSpPr>
        <p:spPr>
          <a:xfrm>
            <a:off x="3580200" y="4800600"/>
            <a:ext cx="236340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2" name="Google Shape;452;p58"/>
          <p:cNvSpPr/>
          <p:nvPr/>
        </p:nvSpPr>
        <p:spPr>
          <a:xfrm>
            <a:off x="5709240" y="1624680"/>
            <a:ext cx="324720" cy="632880"/>
          </a:xfrm>
          <a:custGeom>
            <a:rect b="b" l="l" r="r" t="t"/>
            <a:pathLst>
              <a:path extrusionOk="0" h="1758" w="902">
                <a:moveTo>
                  <a:pt x="732" y="0"/>
                </a:moveTo>
                <a:cubicBezTo>
                  <a:pt x="766" y="245"/>
                  <a:pt x="52" y="452"/>
                  <a:pt x="597" y="541"/>
                </a:cubicBezTo>
                <a:cubicBezTo>
                  <a:pt x="861" y="584"/>
                  <a:pt x="891" y="836"/>
                  <a:pt x="597" y="927"/>
                </a:cubicBezTo>
                <a:cubicBezTo>
                  <a:pt x="0" y="1112"/>
                  <a:pt x="776" y="1053"/>
                  <a:pt x="829" y="1294"/>
                </a:cubicBezTo>
                <a:cubicBezTo>
                  <a:pt x="901" y="1622"/>
                  <a:pt x="193" y="1452"/>
                  <a:pt x="694" y="1757"/>
                </a:cubicBezTo>
              </a:path>
            </a:pathLst>
          </a:cu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58"/>
          <p:cNvSpPr/>
          <p:nvPr/>
        </p:nvSpPr>
        <p:spPr>
          <a:xfrm>
            <a:off x="5751720" y="3206880"/>
            <a:ext cx="360000" cy="234000"/>
          </a:xfrm>
          <a:custGeom>
            <a:rect b="b" l="l" r="r" t="t"/>
            <a:pathLst>
              <a:path extrusionOk="0" h="650" w="1000">
                <a:moveTo>
                  <a:pt x="483" y="649"/>
                </a:moveTo>
                <a:lnTo>
                  <a:pt x="0" y="0"/>
                </a:lnTo>
                <a:lnTo>
                  <a:pt x="999" y="27"/>
                </a:lnTo>
                <a:lnTo>
                  <a:pt x="483" y="649"/>
                </a:lnTo>
                <a:moveTo>
                  <a:pt x="167" y="621"/>
                </a:moveTo>
                <a:lnTo>
                  <a:pt x="802" y="638"/>
                </a:lnTo>
                <a:lnTo>
                  <a:pt x="167" y="621"/>
                </a:lnTo>
              </a:path>
            </a:pathLst>
          </a:custGeom>
          <a:solidFill>
            <a:srgbClr val="333333"/>
          </a:solidFill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sp>
      <p:cxnSp>
        <p:nvCxnSpPr>
          <p:cNvPr id="454" name="Google Shape;454;p58"/>
          <p:cNvCxnSpPr/>
          <p:nvPr/>
        </p:nvCxnSpPr>
        <p:spPr>
          <a:xfrm>
            <a:off x="5911200" y="2754000"/>
            <a:ext cx="0" cy="45720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5" name="Google Shape;455;p58"/>
          <p:cNvCxnSpPr/>
          <p:nvPr/>
        </p:nvCxnSpPr>
        <p:spPr>
          <a:xfrm>
            <a:off x="5911200" y="3438000"/>
            <a:ext cx="0" cy="45720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6" name="Google Shape;456;p58"/>
          <p:cNvCxnSpPr/>
          <p:nvPr/>
        </p:nvCxnSpPr>
        <p:spPr>
          <a:xfrm>
            <a:off x="5911200" y="3657600"/>
            <a:ext cx="94680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7" name="Google Shape;457;p58"/>
          <p:cNvSpPr/>
          <p:nvPr/>
        </p:nvSpPr>
        <p:spPr>
          <a:xfrm>
            <a:off x="6844320" y="3613320"/>
            <a:ext cx="82440" cy="82440"/>
          </a:xfrm>
          <a:prstGeom prst="ellipse">
            <a:avLst/>
          </a:prstGeom>
          <a:solidFill>
            <a:srgbClr val="333333"/>
          </a:solidFill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58"/>
          <p:cNvSpPr txBox="1"/>
          <p:nvPr/>
        </p:nvSpPr>
        <p:spPr>
          <a:xfrm>
            <a:off x="6918840" y="3452400"/>
            <a:ext cx="34596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C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58"/>
          <p:cNvSpPr txBox="1"/>
          <p:nvPr/>
        </p:nvSpPr>
        <p:spPr>
          <a:xfrm>
            <a:off x="3316680" y="5105520"/>
            <a:ext cx="68868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GND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