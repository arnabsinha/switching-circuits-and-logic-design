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</p:sldMasterIdLst>
  <p:sldIdLst>
    <p:sldId id="256" r:id="rId51"/>
    <p:sldId id="257" r:id="rId52"/>
    <p:sldId id="258" r:id="rId53"/>
    <p:sldId id="259" r:id="rId54"/>
    <p:sldId id="260" r:id="rId55"/>
    <p:sldId id="261" r:id="rId56"/>
    <p:sldId id="262" r:id="rId57"/>
    <p:sldId id="263" r:id="rId58"/>
    <p:sldId id="264" r:id="rId59"/>
    <p:sldId id="265" r:id="rId60"/>
    <p:sldId id="266" r:id="rId61"/>
    <p:sldId id="267" r:id="rId62"/>
    <p:sldId id="268" r:id="rId63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" Target="slides/slide1.xml"/><Relationship Id="rId52" Type="http://schemas.openxmlformats.org/officeDocument/2006/relationships/slide" Target="slides/slide2.xml"/><Relationship Id="rId53" Type="http://schemas.openxmlformats.org/officeDocument/2006/relationships/slide" Target="slides/slide3.xml"/><Relationship Id="rId54" Type="http://schemas.openxmlformats.org/officeDocument/2006/relationships/slide" Target="slides/slide4.xml"/><Relationship Id="rId55" Type="http://schemas.openxmlformats.org/officeDocument/2006/relationships/slide" Target="slides/slide5.xml"/><Relationship Id="rId56" Type="http://schemas.openxmlformats.org/officeDocument/2006/relationships/slide" Target="slides/slide6.xml"/><Relationship Id="rId57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slide" Target="slides/slide9.xml"/><Relationship Id="rId60" Type="http://schemas.openxmlformats.org/officeDocument/2006/relationships/slide" Target="slides/slide10.xml"/><Relationship Id="rId61" Type="http://schemas.openxmlformats.org/officeDocument/2006/relationships/slide" Target="slides/slide11.xml"/><Relationship Id="rId62" Type="http://schemas.openxmlformats.org/officeDocument/2006/relationships/slide" Target="slides/slide12.xml"/><Relationship Id="rId63" Type="http://schemas.openxmlformats.org/officeDocument/2006/relationships/slide" Target="slides/slide13.xml"/><Relationship Id="rId6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3280" y="303912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4584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514584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503280" y="303912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514584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514584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03280" y="303912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/>
          </p:nvPr>
        </p:nvSpPr>
        <p:spPr>
          <a:xfrm>
            <a:off x="514584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/>
          </p:nvPr>
        </p:nvSpPr>
        <p:spPr>
          <a:xfrm>
            <a:off x="514584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503280" y="303912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514584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5145840" y="303912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/>
          </p:nvPr>
        </p:nvSpPr>
        <p:spPr>
          <a:xfrm>
            <a:off x="514584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/>
          </p:nvPr>
        </p:nvSpPr>
        <p:spPr>
          <a:xfrm>
            <a:off x="503280" y="303912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3280" y="30394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4620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14620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8;p1"/>
          <p:cNvSpPr/>
          <p:nvPr/>
        </p:nvSpPr>
        <p:spPr>
          <a:xfrm>
            <a:off x="4102200" y="4894560"/>
            <a:ext cx="43826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9;p1"/>
          <p:cNvSpPr/>
          <p:nvPr/>
        </p:nvSpPr>
        <p:spPr>
          <a:xfrm>
            <a:off x="25200" y="462744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0;p1"/>
          <p:cNvSpPr/>
          <p:nvPr/>
        </p:nvSpPr>
        <p:spPr>
          <a:xfrm>
            <a:off x="3857400" y="5322960"/>
            <a:ext cx="6230160" cy="360"/>
          </a:xfrm>
          <a:custGeom>
            <a:avLst/>
            <a:gdLst>
              <a:gd name="textAreaLeft" fmla="*/ 0 w 6230160"/>
              <a:gd name="textAreaRight" fmla="*/ 6237720 w 623016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1;p1"/>
          <p:cNvSpPr/>
          <p:nvPr/>
        </p:nvSpPr>
        <p:spPr>
          <a:xfrm>
            <a:off x="4043160" y="4943520"/>
            <a:ext cx="360" cy="479880"/>
          </a:xfrm>
          <a:custGeom>
            <a:avLst/>
            <a:gdLst>
              <a:gd name="textAreaLeft" fmla="*/ 0 w 360"/>
              <a:gd name="textAreaRight" fmla="*/ 28800 w 360"/>
              <a:gd name="textAreaTop" fmla="*/ 0 h 479880"/>
              <a:gd name="textAreaBottom" fmla="*/ 487440 h 47988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503280" y="30394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514620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514620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66;p14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67;p14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68;p14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69;p14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70;p14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03280" y="30394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514620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body"/>
          </p:nvPr>
        </p:nvSpPr>
        <p:spPr>
          <a:xfrm>
            <a:off x="514620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125;p27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126;p27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127;p27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Google Shape;128;p27"/>
          <p:cNvSpPr/>
          <p:nvPr/>
        </p:nvSpPr>
        <p:spPr>
          <a:xfrm>
            <a:off x="1899720" y="5203440"/>
            <a:ext cx="7454880" cy="360"/>
          </a:xfrm>
          <a:custGeom>
            <a:avLst/>
            <a:gdLst>
              <a:gd name="textAreaLeft" fmla="*/ 0 w 7454880"/>
              <a:gd name="textAreaRight" fmla="*/ 7462440 w 745488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129;p27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503280" y="30394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514620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048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327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 type="body"/>
          </p:nvPr>
        </p:nvSpPr>
        <p:spPr>
          <a:xfrm>
            <a:off x="5146200" y="30394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184;p40"/>
          <p:cNvSpPr/>
          <p:nvPr/>
        </p:nvSpPr>
        <p:spPr>
          <a:xfrm>
            <a:off x="20160" y="606600"/>
            <a:ext cx="6110280" cy="10440"/>
          </a:xfrm>
          <a:custGeom>
            <a:avLst/>
            <a:gdLst>
              <a:gd name="textAreaLeft" fmla="*/ 0 w 6110280"/>
              <a:gd name="textAreaRight" fmla="*/ 6117840 w 6110280"/>
              <a:gd name="textAreaTop" fmla="*/ 0 h 10440"/>
              <a:gd name="textAreaBottom" fmla="*/ 18000 h 1044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185;p40"/>
          <p:cNvSpPr/>
          <p:nvPr/>
        </p:nvSpPr>
        <p:spPr>
          <a:xfrm>
            <a:off x="4428720" y="840240"/>
            <a:ext cx="5664240" cy="360"/>
          </a:xfrm>
          <a:custGeom>
            <a:avLst/>
            <a:gdLst>
              <a:gd name="textAreaLeft" fmla="*/ 0 w 5664240"/>
              <a:gd name="textAreaRight" fmla="*/ 5671800 w 56642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Google Shape;186;p40"/>
          <p:cNvSpPr/>
          <p:nvPr/>
        </p:nvSpPr>
        <p:spPr>
          <a:xfrm>
            <a:off x="9815760" y="473760"/>
            <a:ext cx="360" cy="485640"/>
          </a:xfrm>
          <a:custGeom>
            <a:avLst/>
            <a:gdLst>
              <a:gd name="textAreaLeft" fmla="*/ 0 w 360"/>
              <a:gd name="textAreaRight" fmla="*/ 28800 w 360"/>
              <a:gd name="textAreaTop" fmla="*/ 0 h 485640"/>
              <a:gd name="textAreaBottom" fmla="*/ 493200 h 48564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Google Shape;187;p40"/>
          <p:cNvSpPr/>
          <p:nvPr/>
        </p:nvSpPr>
        <p:spPr>
          <a:xfrm>
            <a:off x="5641200" y="519336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188;p40"/>
          <p:cNvSpPr/>
          <p:nvPr/>
        </p:nvSpPr>
        <p:spPr>
          <a:xfrm>
            <a:off x="9255960" y="491580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Google Shape;189;p40"/>
          <p:cNvSpPr/>
          <p:nvPr/>
        </p:nvSpPr>
        <p:spPr>
          <a:xfrm>
            <a:off x="973440" y="5193000"/>
            <a:ext cx="3713040" cy="360"/>
          </a:xfrm>
          <a:custGeom>
            <a:avLst/>
            <a:gdLst>
              <a:gd name="textAreaLeft" fmla="*/ 0 w 3713040"/>
              <a:gd name="textAreaRight" fmla="*/ 3720600 w 3713040"/>
              <a:gd name="textAreaTop" fmla="*/ 0 h 360"/>
              <a:gd name="textAreaBottom" fmla="*/ 28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190;p40"/>
          <p:cNvSpPr/>
          <p:nvPr/>
        </p:nvSpPr>
        <p:spPr>
          <a:xfrm>
            <a:off x="4587840" y="4912560"/>
            <a:ext cx="360" cy="342000"/>
          </a:xfrm>
          <a:custGeom>
            <a:avLst/>
            <a:gdLst>
              <a:gd name="textAreaLeft" fmla="*/ 0 w 360"/>
              <a:gd name="textAreaRight" fmla="*/ 28800 w 360"/>
              <a:gd name="textAreaTop" fmla="*/ 0 h 342000"/>
              <a:gd name="textAreaBottom" fmla="*/ 349560 h 34200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Google Shape;191;p40"/>
          <p:cNvSpPr/>
          <p:nvPr/>
        </p:nvSpPr>
        <p:spPr>
          <a:xfrm>
            <a:off x="5052960" y="1036440"/>
            <a:ext cx="3240" cy="3692520"/>
          </a:xfrm>
          <a:custGeom>
            <a:avLst/>
            <a:gdLst>
              <a:gd name="textAreaLeft" fmla="*/ 0 w 3240"/>
              <a:gd name="textAreaRight" fmla="*/ 10800 w 3240"/>
              <a:gd name="textAreaTop" fmla="*/ 0 h 3692520"/>
              <a:gd name="textAreaBottom" fmla="*/ 3700080 h 36925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body"/>
          </p:nvPr>
        </p:nvSpPr>
        <p:spPr>
          <a:xfrm>
            <a:off x="5146200" y="1325880"/>
            <a:ext cx="442116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body"/>
          </p:nvPr>
        </p:nvSpPr>
        <p:spPr>
          <a:xfrm>
            <a:off x="503280" y="3039480"/>
            <a:ext cx="9060480" cy="156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244;p53"/>
          <p:cNvSpPr/>
          <p:nvPr/>
        </p:nvSpPr>
        <p:spPr>
          <a:xfrm>
            <a:off x="227880" y="1599480"/>
            <a:ext cx="898884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Switching Circuit &amp; Logic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245;p53"/>
          <p:cNvSpPr/>
          <p:nvPr/>
        </p:nvSpPr>
        <p:spPr>
          <a:xfrm>
            <a:off x="3735000" y="3198960"/>
            <a:ext cx="260316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Lecture 22 : Flip-Flop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J-K Flip Flop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0" name=""/>
          <p:cNvGrpSpPr/>
          <p:nvPr/>
        </p:nvGrpSpPr>
        <p:grpSpPr>
          <a:xfrm>
            <a:off x="6622560" y="1537200"/>
            <a:ext cx="647280" cy="686880"/>
            <a:chOff x="6622560" y="1537200"/>
            <a:chExt cx="647280" cy="686880"/>
          </a:xfrm>
        </p:grpSpPr>
        <p:sp>
          <p:nvSpPr>
            <p:cNvPr id="501" name=""/>
            <p:cNvSpPr/>
            <p:nvPr/>
          </p:nvSpPr>
          <p:spPr>
            <a:xfrm>
              <a:off x="6622560" y="153720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2" name=""/>
            <p:cNvSpPr/>
            <p:nvPr/>
          </p:nvSpPr>
          <p:spPr>
            <a:xfrm>
              <a:off x="7068960" y="154008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3" name=""/>
            <p:cNvSpPr/>
            <p:nvPr/>
          </p:nvSpPr>
          <p:spPr>
            <a:xfrm>
              <a:off x="6622560" y="1537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4" name=""/>
            <p:cNvSpPr/>
            <p:nvPr/>
          </p:nvSpPr>
          <p:spPr>
            <a:xfrm>
              <a:off x="6622560" y="2221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5" name=""/>
          <p:cNvGrpSpPr/>
          <p:nvPr/>
        </p:nvGrpSpPr>
        <p:grpSpPr>
          <a:xfrm>
            <a:off x="6622920" y="2494080"/>
            <a:ext cx="647280" cy="686880"/>
            <a:chOff x="6622920" y="2494080"/>
            <a:chExt cx="647280" cy="686880"/>
          </a:xfrm>
        </p:grpSpPr>
        <p:sp>
          <p:nvSpPr>
            <p:cNvPr id="506" name=""/>
            <p:cNvSpPr/>
            <p:nvPr/>
          </p:nvSpPr>
          <p:spPr>
            <a:xfrm>
              <a:off x="6622920" y="249408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7" name=""/>
            <p:cNvSpPr/>
            <p:nvPr/>
          </p:nvSpPr>
          <p:spPr>
            <a:xfrm>
              <a:off x="7069320" y="249696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8" name=""/>
            <p:cNvSpPr/>
            <p:nvPr/>
          </p:nvSpPr>
          <p:spPr>
            <a:xfrm>
              <a:off x="6622920" y="2494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9" name=""/>
            <p:cNvSpPr/>
            <p:nvPr/>
          </p:nvSpPr>
          <p:spPr>
            <a:xfrm>
              <a:off x="6622920" y="3178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10" name=""/>
          <p:cNvSpPr/>
          <p:nvPr/>
        </p:nvSpPr>
        <p:spPr>
          <a:xfrm>
            <a:off x="7248960" y="1836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7248960" y="2772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 flipV="1">
            <a:off x="6146280" y="1872720"/>
            <a:ext cx="2106720" cy="722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6146280" y="2163600"/>
            <a:ext cx="2106720" cy="615600"/>
          </a:xfrm>
          <a:prstGeom prst="line">
            <a:avLst/>
          </a:prstGeom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8597520" y="1688400"/>
            <a:ext cx="3556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8633880" y="2624400"/>
            <a:ext cx="467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16" name=""/>
          <p:cNvGrpSpPr/>
          <p:nvPr/>
        </p:nvGrpSpPr>
        <p:grpSpPr>
          <a:xfrm>
            <a:off x="3742920" y="1321560"/>
            <a:ext cx="647280" cy="686880"/>
            <a:chOff x="3742920" y="1321560"/>
            <a:chExt cx="647280" cy="686880"/>
          </a:xfrm>
        </p:grpSpPr>
        <p:sp>
          <p:nvSpPr>
            <p:cNvPr id="517" name=""/>
            <p:cNvSpPr/>
            <p:nvPr/>
          </p:nvSpPr>
          <p:spPr>
            <a:xfrm>
              <a:off x="3742920" y="132156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8" name=""/>
            <p:cNvSpPr/>
            <p:nvPr/>
          </p:nvSpPr>
          <p:spPr>
            <a:xfrm>
              <a:off x="4189320" y="132444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9" name=""/>
            <p:cNvSpPr/>
            <p:nvPr/>
          </p:nvSpPr>
          <p:spPr>
            <a:xfrm>
              <a:off x="3742920" y="1321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0" name=""/>
            <p:cNvSpPr/>
            <p:nvPr/>
          </p:nvSpPr>
          <p:spPr>
            <a:xfrm>
              <a:off x="3742920" y="2005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1" name=""/>
          <p:cNvSpPr/>
          <p:nvPr/>
        </p:nvSpPr>
        <p:spPr>
          <a:xfrm>
            <a:off x="4405320" y="1620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4495320" y="1665360"/>
            <a:ext cx="21272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23" name=""/>
          <p:cNvGrpSpPr/>
          <p:nvPr/>
        </p:nvGrpSpPr>
        <p:grpSpPr>
          <a:xfrm>
            <a:off x="3743280" y="2725920"/>
            <a:ext cx="647280" cy="686880"/>
            <a:chOff x="3743280" y="2725920"/>
            <a:chExt cx="647280" cy="686880"/>
          </a:xfrm>
        </p:grpSpPr>
        <p:sp>
          <p:nvSpPr>
            <p:cNvPr id="524" name=""/>
            <p:cNvSpPr/>
            <p:nvPr/>
          </p:nvSpPr>
          <p:spPr>
            <a:xfrm>
              <a:off x="3743280" y="272592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5" name=""/>
            <p:cNvSpPr/>
            <p:nvPr/>
          </p:nvSpPr>
          <p:spPr>
            <a:xfrm>
              <a:off x="4189680" y="272880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6" name=""/>
            <p:cNvSpPr/>
            <p:nvPr/>
          </p:nvSpPr>
          <p:spPr>
            <a:xfrm>
              <a:off x="3743280" y="2725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7" name=""/>
            <p:cNvSpPr/>
            <p:nvPr/>
          </p:nvSpPr>
          <p:spPr>
            <a:xfrm>
              <a:off x="3743280" y="3409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8" name=""/>
          <p:cNvSpPr/>
          <p:nvPr/>
        </p:nvSpPr>
        <p:spPr>
          <a:xfrm>
            <a:off x="4405680" y="302508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4495680" y="3069720"/>
            <a:ext cx="21272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3400200" y="2586600"/>
            <a:ext cx="2746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3400200" y="2161440"/>
            <a:ext cx="2746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3400200" y="2586600"/>
            <a:ext cx="360" cy="385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3400200" y="1780920"/>
            <a:ext cx="360" cy="385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3400200" y="2971800"/>
            <a:ext cx="343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3400560" y="1783800"/>
            <a:ext cx="343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 flipV="1">
            <a:off x="6146280" y="2057400"/>
            <a:ext cx="360" cy="104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 flipV="1">
            <a:off x="6146280" y="2597760"/>
            <a:ext cx="360" cy="104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6146280" y="2057400"/>
            <a:ext cx="4762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6146640" y="2705400"/>
            <a:ext cx="4762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3171600" y="1600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3171960" y="3148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3171600" y="1586520"/>
            <a:ext cx="360" cy="1600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2595960" y="2392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2485800" y="1407600"/>
            <a:ext cx="12571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2485800" y="3315600"/>
            <a:ext cx="12571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1369800" y="2057400"/>
            <a:ext cx="1214280" cy="6850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Pulse Transition Detector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1141200" y="2394000"/>
            <a:ext cx="228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525240" y="2214000"/>
            <a:ext cx="623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 flipV="1">
            <a:off x="7338960" y="1864800"/>
            <a:ext cx="1258560" cy="79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 flipV="1">
            <a:off x="7338960" y="2800800"/>
            <a:ext cx="1258560" cy="79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2127600" y="1251000"/>
            <a:ext cx="294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2127600" y="3129840"/>
            <a:ext cx="332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J-K Flip Flop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4" name=""/>
          <p:cNvGrpSpPr/>
          <p:nvPr/>
        </p:nvGrpSpPr>
        <p:grpSpPr>
          <a:xfrm>
            <a:off x="6622560" y="1537200"/>
            <a:ext cx="647280" cy="686880"/>
            <a:chOff x="6622560" y="1537200"/>
            <a:chExt cx="647280" cy="686880"/>
          </a:xfrm>
        </p:grpSpPr>
        <p:sp>
          <p:nvSpPr>
            <p:cNvPr id="555" name=""/>
            <p:cNvSpPr/>
            <p:nvPr/>
          </p:nvSpPr>
          <p:spPr>
            <a:xfrm>
              <a:off x="6622560" y="153720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6" name=""/>
            <p:cNvSpPr/>
            <p:nvPr/>
          </p:nvSpPr>
          <p:spPr>
            <a:xfrm>
              <a:off x="7068960" y="154008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"/>
            <p:cNvSpPr/>
            <p:nvPr/>
          </p:nvSpPr>
          <p:spPr>
            <a:xfrm>
              <a:off x="6622560" y="1537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8" name=""/>
            <p:cNvSpPr/>
            <p:nvPr/>
          </p:nvSpPr>
          <p:spPr>
            <a:xfrm>
              <a:off x="6622560" y="2221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9" name=""/>
          <p:cNvGrpSpPr/>
          <p:nvPr/>
        </p:nvGrpSpPr>
        <p:grpSpPr>
          <a:xfrm>
            <a:off x="6622920" y="2494080"/>
            <a:ext cx="647280" cy="686880"/>
            <a:chOff x="6622920" y="2494080"/>
            <a:chExt cx="647280" cy="686880"/>
          </a:xfrm>
        </p:grpSpPr>
        <p:sp>
          <p:nvSpPr>
            <p:cNvPr id="560" name=""/>
            <p:cNvSpPr/>
            <p:nvPr/>
          </p:nvSpPr>
          <p:spPr>
            <a:xfrm>
              <a:off x="6622920" y="249408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1" name=""/>
            <p:cNvSpPr/>
            <p:nvPr/>
          </p:nvSpPr>
          <p:spPr>
            <a:xfrm>
              <a:off x="7069320" y="249696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2" name=""/>
            <p:cNvSpPr/>
            <p:nvPr/>
          </p:nvSpPr>
          <p:spPr>
            <a:xfrm>
              <a:off x="6622920" y="2494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3" name=""/>
            <p:cNvSpPr/>
            <p:nvPr/>
          </p:nvSpPr>
          <p:spPr>
            <a:xfrm>
              <a:off x="6622920" y="3178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64" name=""/>
          <p:cNvSpPr/>
          <p:nvPr/>
        </p:nvSpPr>
        <p:spPr>
          <a:xfrm>
            <a:off x="7248960" y="1836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7248960" y="2772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 flipV="1">
            <a:off x="6146280" y="1872720"/>
            <a:ext cx="2106720" cy="722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6146280" y="2163600"/>
            <a:ext cx="2106720" cy="615600"/>
          </a:xfrm>
          <a:prstGeom prst="line">
            <a:avLst/>
          </a:prstGeom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8597520" y="1688400"/>
            <a:ext cx="3556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8633880" y="2624400"/>
            <a:ext cx="467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70" name=""/>
          <p:cNvGrpSpPr/>
          <p:nvPr/>
        </p:nvGrpSpPr>
        <p:grpSpPr>
          <a:xfrm>
            <a:off x="3742920" y="1321560"/>
            <a:ext cx="647280" cy="686880"/>
            <a:chOff x="3742920" y="1321560"/>
            <a:chExt cx="647280" cy="686880"/>
          </a:xfrm>
        </p:grpSpPr>
        <p:sp>
          <p:nvSpPr>
            <p:cNvPr id="571" name=""/>
            <p:cNvSpPr/>
            <p:nvPr/>
          </p:nvSpPr>
          <p:spPr>
            <a:xfrm>
              <a:off x="3742920" y="132156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2" name=""/>
            <p:cNvSpPr/>
            <p:nvPr/>
          </p:nvSpPr>
          <p:spPr>
            <a:xfrm>
              <a:off x="4189320" y="132444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3" name=""/>
            <p:cNvSpPr/>
            <p:nvPr/>
          </p:nvSpPr>
          <p:spPr>
            <a:xfrm>
              <a:off x="3742920" y="1321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4" name=""/>
            <p:cNvSpPr/>
            <p:nvPr/>
          </p:nvSpPr>
          <p:spPr>
            <a:xfrm>
              <a:off x="3742920" y="2005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75" name=""/>
          <p:cNvSpPr/>
          <p:nvPr/>
        </p:nvSpPr>
        <p:spPr>
          <a:xfrm>
            <a:off x="4405320" y="1620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4495320" y="1665360"/>
            <a:ext cx="21272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77" name=""/>
          <p:cNvGrpSpPr/>
          <p:nvPr/>
        </p:nvGrpSpPr>
        <p:grpSpPr>
          <a:xfrm>
            <a:off x="3743280" y="2725920"/>
            <a:ext cx="647280" cy="686880"/>
            <a:chOff x="3743280" y="2725920"/>
            <a:chExt cx="647280" cy="686880"/>
          </a:xfrm>
        </p:grpSpPr>
        <p:sp>
          <p:nvSpPr>
            <p:cNvPr id="578" name=""/>
            <p:cNvSpPr/>
            <p:nvPr/>
          </p:nvSpPr>
          <p:spPr>
            <a:xfrm>
              <a:off x="3743280" y="272592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9" name=""/>
            <p:cNvSpPr/>
            <p:nvPr/>
          </p:nvSpPr>
          <p:spPr>
            <a:xfrm>
              <a:off x="4189680" y="272880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0" name=""/>
            <p:cNvSpPr/>
            <p:nvPr/>
          </p:nvSpPr>
          <p:spPr>
            <a:xfrm>
              <a:off x="3743280" y="2725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1" name=""/>
            <p:cNvSpPr/>
            <p:nvPr/>
          </p:nvSpPr>
          <p:spPr>
            <a:xfrm>
              <a:off x="3743280" y="3409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82" name=""/>
          <p:cNvSpPr/>
          <p:nvPr/>
        </p:nvSpPr>
        <p:spPr>
          <a:xfrm>
            <a:off x="4405680" y="302508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4495680" y="3069720"/>
            <a:ext cx="21272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3400200" y="2586600"/>
            <a:ext cx="2746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3400200" y="2161440"/>
            <a:ext cx="2746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3400200" y="2586600"/>
            <a:ext cx="360" cy="385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3400200" y="1780920"/>
            <a:ext cx="360" cy="385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>
            <a:off x="3400200" y="2971800"/>
            <a:ext cx="343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3400560" y="1783800"/>
            <a:ext cx="343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 flipV="1">
            <a:off x="6146280" y="2057400"/>
            <a:ext cx="360" cy="104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 flipV="1">
            <a:off x="6146280" y="2597760"/>
            <a:ext cx="360" cy="104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6146280" y="2057400"/>
            <a:ext cx="4762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6146640" y="2705400"/>
            <a:ext cx="4762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3171600" y="1600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3171960" y="3148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3171600" y="1586520"/>
            <a:ext cx="360" cy="1600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2595960" y="2392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2485800" y="1407600"/>
            <a:ext cx="12571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2485800" y="3315600"/>
            <a:ext cx="12571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1369800" y="2057400"/>
            <a:ext cx="1214280" cy="6850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Pulse Transition Detector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1141200" y="2394000"/>
            <a:ext cx="228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525240" y="2214000"/>
            <a:ext cx="623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 flipV="1">
            <a:off x="7338960" y="1864800"/>
            <a:ext cx="1258560" cy="79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 flipV="1">
            <a:off x="7338960" y="2800800"/>
            <a:ext cx="1258560" cy="79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2127600" y="1251000"/>
            <a:ext cx="294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2127600" y="3129840"/>
            <a:ext cx="332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1824840" y="1227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1825200" y="3135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2725560" y="2127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4490280" y="2667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4490640" y="1299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6185880" y="1724400"/>
            <a:ext cx="467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6221520" y="2372400"/>
            <a:ext cx="3556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J-K Flip Flop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15" name=""/>
          <p:cNvGrpSpPr/>
          <p:nvPr/>
        </p:nvGrpSpPr>
        <p:grpSpPr>
          <a:xfrm>
            <a:off x="6622560" y="1537200"/>
            <a:ext cx="647280" cy="686880"/>
            <a:chOff x="6622560" y="1537200"/>
            <a:chExt cx="647280" cy="686880"/>
          </a:xfrm>
        </p:grpSpPr>
        <p:sp>
          <p:nvSpPr>
            <p:cNvPr id="616" name=""/>
            <p:cNvSpPr/>
            <p:nvPr/>
          </p:nvSpPr>
          <p:spPr>
            <a:xfrm>
              <a:off x="6622560" y="153720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7" name=""/>
            <p:cNvSpPr/>
            <p:nvPr/>
          </p:nvSpPr>
          <p:spPr>
            <a:xfrm>
              <a:off x="7068960" y="154008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8" name=""/>
            <p:cNvSpPr/>
            <p:nvPr/>
          </p:nvSpPr>
          <p:spPr>
            <a:xfrm>
              <a:off x="6622560" y="1537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9" name=""/>
            <p:cNvSpPr/>
            <p:nvPr/>
          </p:nvSpPr>
          <p:spPr>
            <a:xfrm>
              <a:off x="6622560" y="2221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0" name=""/>
          <p:cNvGrpSpPr/>
          <p:nvPr/>
        </p:nvGrpSpPr>
        <p:grpSpPr>
          <a:xfrm>
            <a:off x="6622920" y="2494080"/>
            <a:ext cx="647280" cy="686880"/>
            <a:chOff x="6622920" y="2494080"/>
            <a:chExt cx="647280" cy="686880"/>
          </a:xfrm>
        </p:grpSpPr>
        <p:sp>
          <p:nvSpPr>
            <p:cNvPr id="621" name=""/>
            <p:cNvSpPr/>
            <p:nvPr/>
          </p:nvSpPr>
          <p:spPr>
            <a:xfrm>
              <a:off x="6622920" y="249408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2" name=""/>
            <p:cNvSpPr/>
            <p:nvPr/>
          </p:nvSpPr>
          <p:spPr>
            <a:xfrm>
              <a:off x="7069320" y="249696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3" name=""/>
            <p:cNvSpPr/>
            <p:nvPr/>
          </p:nvSpPr>
          <p:spPr>
            <a:xfrm>
              <a:off x="6622920" y="2494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4" name=""/>
            <p:cNvSpPr/>
            <p:nvPr/>
          </p:nvSpPr>
          <p:spPr>
            <a:xfrm>
              <a:off x="6622920" y="3178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25" name=""/>
          <p:cNvSpPr/>
          <p:nvPr/>
        </p:nvSpPr>
        <p:spPr>
          <a:xfrm>
            <a:off x="7248960" y="1836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7248960" y="2772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 flipV="1">
            <a:off x="6146280" y="1872720"/>
            <a:ext cx="2106720" cy="722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6146280" y="2163600"/>
            <a:ext cx="2106720" cy="615600"/>
          </a:xfrm>
          <a:prstGeom prst="line">
            <a:avLst/>
          </a:prstGeom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8597520" y="1688400"/>
            <a:ext cx="3556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Q=0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8633880" y="2624400"/>
            <a:ext cx="738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Q’=1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1" name=""/>
          <p:cNvGrpSpPr/>
          <p:nvPr/>
        </p:nvGrpSpPr>
        <p:grpSpPr>
          <a:xfrm>
            <a:off x="3742920" y="1321560"/>
            <a:ext cx="647280" cy="686880"/>
            <a:chOff x="3742920" y="1321560"/>
            <a:chExt cx="647280" cy="686880"/>
          </a:xfrm>
        </p:grpSpPr>
        <p:sp>
          <p:nvSpPr>
            <p:cNvPr id="632" name=""/>
            <p:cNvSpPr/>
            <p:nvPr/>
          </p:nvSpPr>
          <p:spPr>
            <a:xfrm>
              <a:off x="3742920" y="132156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3" name=""/>
            <p:cNvSpPr/>
            <p:nvPr/>
          </p:nvSpPr>
          <p:spPr>
            <a:xfrm>
              <a:off x="4189320" y="132444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4" name=""/>
            <p:cNvSpPr/>
            <p:nvPr/>
          </p:nvSpPr>
          <p:spPr>
            <a:xfrm>
              <a:off x="3742920" y="1321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5" name=""/>
            <p:cNvSpPr/>
            <p:nvPr/>
          </p:nvSpPr>
          <p:spPr>
            <a:xfrm>
              <a:off x="3742920" y="2005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36" name=""/>
          <p:cNvSpPr/>
          <p:nvPr/>
        </p:nvSpPr>
        <p:spPr>
          <a:xfrm>
            <a:off x="4405320" y="1620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4495320" y="1665360"/>
            <a:ext cx="21272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8" name=""/>
          <p:cNvGrpSpPr/>
          <p:nvPr/>
        </p:nvGrpSpPr>
        <p:grpSpPr>
          <a:xfrm>
            <a:off x="3743280" y="2725920"/>
            <a:ext cx="647280" cy="686880"/>
            <a:chOff x="3743280" y="2725920"/>
            <a:chExt cx="647280" cy="686880"/>
          </a:xfrm>
        </p:grpSpPr>
        <p:sp>
          <p:nvSpPr>
            <p:cNvPr id="639" name=""/>
            <p:cNvSpPr/>
            <p:nvPr/>
          </p:nvSpPr>
          <p:spPr>
            <a:xfrm>
              <a:off x="3743280" y="272592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0" name=""/>
            <p:cNvSpPr/>
            <p:nvPr/>
          </p:nvSpPr>
          <p:spPr>
            <a:xfrm>
              <a:off x="4189680" y="272880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1" name=""/>
            <p:cNvSpPr/>
            <p:nvPr/>
          </p:nvSpPr>
          <p:spPr>
            <a:xfrm>
              <a:off x="3743280" y="2725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2" name=""/>
            <p:cNvSpPr/>
            <p:nvPr/>
          </p:nvSpPr>
          <p:spPr>
            <a:xfrm>
              <a:off x="3743280" y="3409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43" name=""/>
          <p:cNvSpPr/>
          <p:nvPr/>
        </p:nvSpPr>
        <p:spPr>
          <a:xfrm>
            <a:off x="4405680" y="302508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4495680" y="3069720"/>
            <a:ext cx="21272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3400200" y="2586600"/>
            <a:ext cx="2746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>
            <a:off x="3400200" y="2161440"/>
            <a:ext cx="2746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3400200" y="2586600"/>
            <a:ext cx="360" cy="385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3400200" y="1780920"/>
            <a:ext cx="360" cy="385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3400200" y="2971800"/>
            <a:ext cx="343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3400560" y="1783800"/>
            <a:ext cx="343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 flipV="1">
            <a:off x="6146280" y="2057400"/>
            <a:ext cx="360" cy="104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 flipV="1">
            <a:off x="6146280" y="2597760"/>
            <a:ext cx="360" cy="104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>
            <a:off x="6146280" y="2057400"/>
            <a:ext cx="4762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6146640" y="2705400"/>
            <a:ext cx="4762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3171600" y="1600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3171960" y="3148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3171600" y="1586520"/>
            <a:ext cx="360" cy="1600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2595960" y="2392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2485800" y="1407600"/>
            <a:ext cx="12571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2485800" y="3315600"/>
            <a:ext cx="12571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1369800" y="2057400"/>
            <a:ext cx="1214280" cy="6850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Pulse Transition Detector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1141200" y="2394000"/>
            <a:ext cx="228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525240" y="2214000"/>
            <a:ext cx="623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 flipV="1">
            <a:off x="7338960" y="1864800"/>
            <a:ext cx="1258560" cy="79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 flipV="1">
            <a:off x="7338960" y="2800800"/>
            <a:ext cx="1258560" cy="79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2127600" y="1251000"/>
            <a:ext cx="294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2127600" y="3129840"/>
            <a:ext cx="332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1824840" y="1227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1825200" y="3135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2725560" y="2127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4490280" y="2667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4490640" y="1299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6185880" y="1724400"/>
            <a:ext cx="467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6221520" y="2480400"/>
            <a:ext cx="3556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3377520" y="2480400"/>
            <a:ext cx="3556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3449880" y="1724400"/>
            <a:ext cx="467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J-K Flip Flop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78" name=""/>
          <p:cNvGrpSpPr/>
          <p:nvPr/>
        </p:nvGrpSpPr>
        <p:grpSpPr>
          <a:xfrm>
            <a:off x="6622560" y="1537200"/>
            <a:ext cx="647280" cy="686880"/>
            <a:chOff x="6622560" y="1537200"/>
            <a:chExt cx="647280" cy="686880"/>
          </a:xfrm>
        </p:grpSpPr>
        <p:sp>
          <p:nvSpPr>
            <p:cNvPr id="679" name=""/>
            <p:cNvSpPr/>
            <p:nvPr/>
          </p:nvSpPr>
          <p:spPr>
            <a:xfrm>
              <a:off x="6622560" y="153720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0" name=""/>
            <p:cNvSpPr/>
            <p:nvPr/>
          </p:nvSpPr>
          <p:spPr>
            <a:xfrm>
              <a:off x="7068960" y="154008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1" name=""/>
            <p:cNvSpPr/>
            <p:nvPr/>
          </p:nvSpPr>
          <p:spPr>
            <a:xfrm>
              <a:off x="6622560" y="1537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2" name=""/>
            <p:cNvSpPr/>
            <p:nvPr/>
          </p:nvSpPr>
          <p:spPr>
            <a:xfrm>
              <a:off x="6622560" y="2221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3" name=""/>
          <p:cNvGrpSpPr/>
          <p:nvPr/>
        </p:nvGrpSpPr>
        <p:grpSpPr>
          <a:xfrm>
            <a:off x="6622920" y="2494080"/>
            <a:ext cx="647280" cy="686880"/>
            <a:chOff x="6622920" y="2494080"/>
            <a:chExt cx="647280" cy="686880"/>
          </a:xfrm>
        </p:grpSpPr>
        <p:sp>
          <p:nvSpPr>
            <p:cNvPr id="684" name=""/>
            <p:cNvSpPr/>
            <p:nvPr/>
          </p:nvSpPr>
          <p:spPr>
            <a:xfrm>
              <a:off x="6622920" y="249408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5" name=""/>
            <p:cNvSpPr/>
            <p:nvPr/>
          </p:nvSpPr>
          <p:spPr>
            <a:xfrm>
              <a:off x="7069320" y="249696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6" name=""/>
            <p:cNvSpPr/>
            <p:nvPr/>
          </p:nvSpPr>
          <p:spPr>
            <a:xfrm>
              <a:off x="6622920" y="2494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7" name=""/>
            <p:cNvSpPr/>
            <p:nvPr/>
          </p:nvSpPr>
          <p:spPr>
            <a:xfrm>
              <a:off x="6622920" y="3178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88" name=""/>
          <p:cNvSpPr/>
          <p:nvPr/>
        </p:nvSpPr>
        <p:spPr>
          <a:xfrm>
            <a:off x="7248960" y="1836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7248960" y="2772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 flipV="1">
            <a:off x="6146280" y="1872720"/>
            <a:ext cx="2106720" cy="722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6146280" y="2163600"/>
            <a:ext cx="2106720" cy="615600"/>
          </a:xfrm>
          <a:prstGeom prst="line">
            <a:avLst/>
          </a:prstGeom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"/>
          <p:cNvSpPr/>
          <p:nvPr/>
        </p:nvSpPr>
        <p:spPr>
          <a:xfrm>
            <a:off x="8597520" y="1688400"/>
            <a:ext cx="3556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Q=1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"/>
          <p:cNvSpPr/>
          <p:nvPr/>
        </p:nvSpPr>
        <p:spPr>
          <a:xfrm>
            <a:off x="8633880" y="2624400"/>
            <a:ext cx="738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Q’=0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4" name=""/>
          <p:cNvGrpSpPr/>
          <p:nvPr/>
        </p:nvGrpSpPr>
        <p:grpSpPr>
          <a:xfrm>
            <a:off x="3742920" y="1321560"/>
            <a:ext cx="647280" cy="686880"/>
            <a:chOff x="3742920" y="1321560"/>
            <a:chExt cx="647280" cy="686880"/>
          </a:xfrm>
        </p:grpSpPr>
        <p:sp>
          <p:nvSpPr>
            <p:cNvPr id="695" name=""/>
            <p:cNvSpPr/>
            <p:nvPr/>
          </p:nvSpPr>
          <p:spPr>
            <a:xfrm>
              <a:off x="3742920" y="132156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6" name=""/>
            <p:cNvSpPr/>
            <p:nvPr/>
          </p:nvSpPr>
          <p:spPr>
            <a:xfrm>
              <a:off x="4189320" y="132444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7" name=""/>
            <p:cNvSpPr/>
            <p:nvPr/>
          </p:nvSpPr>
          <p:spPr>
            <a:xfrm>
              <a:off x="3742920" y="1321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8" name=""/>
            <p:cNvSpPr/>
            <p:nvPr/>
          </p:nvSpPr>
          <p:spPr>
            <a:xfrm>
              <a:off x="3742920" y="2005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99" name=""/>
          <p:cNvSpPr/>
          <p:nvPr/>
        </p:nvSpPr>
        <p:spPr>
          <a:xfrm>
            <a:off x="4405320" y="1620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>
            <a:off x="4495320" y="1665360"/>
            <a:ext cx="21272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01" name=""/>
          <p:cNvGrpSpPr/>
          <p:nvPr/>
        </p:nvGrpSpPr>
        <p:grpSpPr>
          <a:xfrm>
            <a:off x="3743280" y="2725920"/>
            <a:ext cx="647280" cy="686880"/>
            <a:chOff x="3743280" y="2725920"/>
            <a:chExt cx="647280" cy="686880"/>
          </a:xfrm>
        </p:grpSpPr>
        <p:sp>
          <p:nvSpPr>
            <p:cNvPr id="702" name=""/>
            <p:cNvSpPr/>
            <p:nvPr/>
          </p:nvSpPr>
          <p:spPr>
            <a:xfrm>
              <a:off x="3743280" y="272592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3" name=""/>
            <p:cNvSpPr/>
            <p:nvPr/>
          </p:nvSpPr>
          <p:spPr>
            <a:xfrm>
              <a:off x="4189680" y="272880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4" name=""/>
            <p:cNvSpPr/>
            <p:nvPr/>
          </p:nvSpPr>
          <p:spPr>
            <a:xfrm>
              <a:off x="3743280" y="2725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5" name=""/>
            <p:cNvSpPr/>
            <p:nvPr/>
          </p:nvSpPr>
          <p:spPr>
            <a:xfrm>
              <a:off x="3743280" y="3409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06" name=""/>
          <p:cNvSpPr/>
          <p:nvPr/>
        </p:nvSpPr>
        <p:spPr>
          <a:xfrm>
            <a:off x="4405680" y="302508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4495680" y="3069720"/>
            <a:ext cx="21272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>
            <a:off x="3400200" y="2586600"/>
            <a:ext cx="2746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>
            <a:off x="3400200" y="2161440"/>
            <a:ext cx="2746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>
            <a:off x="3400200" y="2586600"/>
            <a:ext cx="360" cy="385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>
            <a:off x="3400200" y="1780920"/>
            <a:ext cx="360" cy="385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>
            <a:off x="3400200" y="2971800"/>
            <a:ext cx="343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3400560" y="1783800"/>
            <a:ext cx="343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"/>
          <p:cNvSpPr/>
          <p:nvPr/>
        </p:nvSpPr>
        <p:spPr>
          <a:xfrm flipV="1">
            <a:off x="6146280" y="2057400"/>
            <a:ext cx="360" cy="104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"/>
          <p:cNvSpPr/>
          <p:nvPr/>
        </p:nvSpPr>
        <p:spPr>
          <a:xfrm flipV="1">
            <a:off x="6146280" y="2597760"/>
            <a:ext cx="360" cy="104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"/>
          <p:cNvSpPr/>
          <p:nvPr/>
        </p:nvSpPr>
        <p:spPr>
          <a:xfrm>
            <a:off x="6146280" y="2057400"/>
            <a:ext cx="4762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"/>
          <p:cNvSpPr/>
          <p:nvPr/>
        </p:nvSpPr>
        <p:spPr>
          <a:xfrm>
            <a:off x="6146640" y="2705400"/>
            <a:ext cx="4762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>
            <a:off x="3171600" y="1600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>
            <a:off x="3171960" y="3148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3171600" y="1586520"/>
            <a:ext cx="360" cy="1600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>
            <a:off x="2595960" y="2392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"/>
          <p:cNvSpPr/>
          <p:nvPr/>
        </p:nvSpPr>
        <p:spPr>
          <a:xfrm>
            <a:off x="2485800" y="1407600"/>
            <a:ext cx="12571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>
            <a:off x="2485800" y="3315600"/>
            <a:ext cx="12571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>
            <a:off x="1369800" y="2057400"/>
            <a:ext cx="1214280" cy="6850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Pulse Transition Detector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"/>
          <p:cNvSpPr/>
          <p:nvPr/>
        </p:nvSpPr>
        <p:spPr>
          <a:xfrm>
            <a:off x="1141200" y="2394000"/>
            <a:ext cx="228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"/>
          <p:cNvSpPr/>
          <p:nvPr/>
        </p:nvSpPr>
        <p:spPr>
          <a:xfrm>
            <a:off x="525240" y="2214000"/>
            <a:ext cx="623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 flipV="1">
            <a:off x="7338960" y="1864800"/>
            <a:ext cx="1258560" cy="79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 flipV="1">
            <a:off x="7338960" y="2800800"/>
            <a:ext cx="1258560" cy="79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"/>
          <p:cNvSpPr/>
          <p:nvPr/>
        </p:nvSpPr>
        <p:spPr>
          <a:xfrm>
            <a:off x="2127600" y="1251000"/>
            <a:ext cx="294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"/>
          <p:cNvSpPr/>
          <p:nvPr/>
        </p:nvSpPr>
        <p:spPr>
          <a:xfrm>
            <a:off x="2127600" y="3129840"/>
            <a:ext cx="332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>
            <a:off x="1824840" y="1227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>
            <a:off x="1825200" y="3135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>
            <a:off x="2725560" y="2127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>
            <a:off x="4490280" y="2667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4490640" y="1299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>
            <a:off x="6185880" y="1724400"/>
            <a:ext cx="467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6221520" y="2480400"/>
            <a:ext cx="3556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3377520" y="2480400"/>
            <a:ext cx="3556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3449880" y="1724400"/>
            <a:ext cx="467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J-K Flip Flop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41" name=""/>
          <p:cNvGrpSpPr/>
          <p:nvPr/>
        </p:nvGrpSpPr>
        <p:grpSpPr>
          <a:xfrm>
            <a:off x="6622560" y="1537200"/>
            <a:ext cx="647280" cy="686880"/>
            <a:chOff x="6622560" y="1537200"/>
            <a:chExt cx="647280" cy="686880"/>
          </a:xfrm>
        </p:grpSpPr>
        <p:sp>
          <p:nvSpPr>
            <p:cNvPr id="742" name=""/>
            <p:cNvSpPr/>
            <p:nvPr/>
          </p:nvSpPr>
          <p:spPr>
            <a:xfrm>
              <a:off x="6622560" y="153720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3" name=""/>
            <p:cNvSpPr/>
            <p:nvPr/>
          </p:nvSpPr>
          <p:spPr>
            <a:xfrm>
              <a:off x="7068960" y="154008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4" name=""/>
            <p:cNvSpPr/>
            <p:nvPr/>
          </p:nvSpPr>
          <p:spPr>
            <a:xfrm>
              <a:off x="6622560" y="1537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5" name=""/>
            <p:cNvSpPr/>
            <p:nvPr/>
          </p:nvSpPr>
          <p:spPr>
            <a:xfrm>
              <a:off x="6622560" y="2221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6" name=""/>
          <p:cNvGrpSpPr/>
          <p:nvPr/>
        </p:nvGrpSpPr>
        <p:grpSpPr>
          <a:xfrm>
            <a:off x="6622920" y="2494080"/>
            <a:ext cx="647280" cy="686880"/>
            <a:chOff x="6622920" y="2494080"/>
            <a:chExt cx="647280" cy="686880"/>
          </a:xfrm>
        </p:grpSpPr>
        <p:sp>
          <p:nvSpPr>
            <p:cNvPr id="747" name=""/>
            <p:cNvSpPr/>
            <p:nvPr/>
          </p:nvSpPr>
          <p:spPr>
            <a:xfrm>
              <a:off x="6622920" y="249408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8" name=""/>
            <p:cNvSpPr/>
            <p:nvPr/>
          </p:nvSpPr>
          <p:spPr>
            <a:xfrm>
              <a:off x="7069320" y="249696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9" name=""/>
            <p:cNvSpPr/>
            <p:nvPr/>
          </p:nvSpPr>
          <p:spPr>
            <a:xfrm>
              <a:off x="6622920" y="2494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0" name=""/>
            <p:cNvSpPr/>
            <p:nvPr/>
          </p:nvSpPr>
          <p:spPr>
            <a:xfrm>
              <a:off x="6622920" y="3178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51" name=""/>
          <p:cNvSpPr/>
          <p:nvPr/>
        </p:nvSpPr>
        <p:spPr>
          <a:xfrm>
            <a:off x="7248960" y="1836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7248960" y="2772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 flipV="1">
            <a:off x="6146280" y="1872720"/>
            <a:ext cx="2106720" cy="722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6146280" y="2163600"/>
            <a:ext cx="2106720" cy="615600"/>
          </a:xfrm>
          <a:prstGeom prst="line">
            <a:avLst/>
          </a:prstGeom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>
            <a:off x="8597520" y="1688400"/>
            <a:ext cx="3556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8633880" y="2624400"/>
            <a:ext cx="966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57" name=""/>
          <p:cNvGrpSpPr/>
          <p:nvPr/>
        </p:nvGrpSpPr>
        <p:grpSpPr>
          <a:xfrm>
            <a:off x="3742920" y="1321560"/>
            <a:ext cx="647280" cy="686880"/>
            <a:chOff x="3742920" y="1321560"/>
            <a:chExt cx="647280" cy="686880"/>
          </a:xfrm>
        </p:grpSpPr>
        <p:sp>
          <p:nvSpPr>
            <p:cNvPr id="758" name=""/>
            <p:cNvSpPr/>
            <p:nvPr/>
          </p:nvSpPr>
          <p:spPr>
            <a:xfrm>
              <a:off x="3742920" y="132156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9" name=""/>
            <p:cNvSpPr/>
            <p:nvPr/>
          </p:nvSpPr>
          <p:spPr>
            <a:xfrm>
              <a:off x="4189320" y="132444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0" name=""/>
            <p:cNvSpPr/>
            <p:nvPr/>
          </p:nvSpPr>
          <p:spPr>
            <a:xfrm>
              <a:off x="3742920" y="1321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1" name=""/>
            <p:cNvSpPr/>
            <p:nvPr/>
          </p:nvSpPr>
          <p:spPr>
            <a:xfrm>
              <a:off x="3742920" y="2005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62" name=""/>
          <p:cNvSpPr/>
          <p:nvPr/>
        </p:nvSpPr>
        <p:spPr>
          <a:xfrm>
            <a:off x="4405320" y="162072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"/>
          <p:cNvSpPr/>
          <p:nvPr/>
        </p:nvSpPr>
        <p:spPr>
          <a:xfrm>
            <a:off x="4495320" y="1665360"/>
            <a:ext cx="21272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64" name=""/>
          <p:cNvGrpSpPr/>
          <p:nvPr/>
        </p:nvGrpSpPr>
        <p:grpSpPr>
          <a:xfrm>
            <a:off x="3743280" y="2725920"/>
            <a:ext cx="647280" cy="686880"/>
            <a:chOff x="3743280" y="2725920"/>
            <a:chExt cx="647280" cy="686880"/>
          </a:xfrm>
        </p:grpSpPr>
        <p:sp>
          <p:nvSpPr>
            <p:cNvPr id="765" name=""/>
            <p:cNvSpPr/>
            <p:nvPr/>
          </p:nvSpPr>
          <p:spPr>
            <a:xfrm>
              <a:off x="3743280" y="272592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6" name=""/>
            <p:cNvSpPr/>
            <p:nvPr/>
          </p:nvSpPr>
          <p:spPr>
            <a:xfrm>
              <a:off x="4189680" y="272880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7" name=""/>
            <p:cNvSpPr/>
            <p:nvPr/>
          </p:nvSpPr>
          <p:spPr>
            <a:xfrm>
              <a:off x="3743280" y="2725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8" name=""/>
            <p:cNvSpPr/>
            <p:nvPr/>
          </p:nvSpPr>
          <p:spPr>
            <a:xfrm>
              <a:off x="3743280" y="3409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69" name=""/>
          <p:cNvSpPr/>
          <p:nvPr/>
        </p:nvSpPr>
        <p:spPr>
          <a:xfrm>
            <a:off x="4405680" y="3025080"/>
            <a:ext cx="89280" cy="892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>
            <a:off x="4495680" y="3069720"/>
            <a:ext cx="21272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>
            <a:off x="3400200" y="2586600"/>
            <a:ext cx="2746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>
            <a:off x="3400200" y="2161440"/>
            <a:ext cx="2746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>
            <a:off x="3400200" y="2586600"/>
            <a:ext cx="360" cy="385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>
            <a:off x="3400200" y="1780920"/>
            <a:ext cx="360" cy="385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"/>
          <p:cNvSpPr/>
          <p:nvPr/>
        </p:nvSpPr>
        <p:spPr>
          <a:xfrm>
            <a:off x="3400200" y="2971800"/>
            <a:ext cx="343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3400560" y="1783800"/>
            <a:ext cx="343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 flipV="1">
            <a:off x="6146280" y="2057400"/>
            <a:ext cx="360" cy="104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 flipV="1">
            <a:off x="6146280" y="2597760"/>
            <a:ext cx="360" cy="104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>
            <a:off x="6146280" y="2057400"/>
            <a:ext cx="4762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>
            <a:off x="6146640" y="2705400"/>
            <a:ext cx="4762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>
            <a:off x="3171600" y="1600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>
            <a:off x="3171960" y="3148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>
            <a:off x="3171600" y="1586520"/>
            <a:ext cx="360" cy="1600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"/>
          <p:cNvSpPr/>
          <p:nvPr/>
        </p:nvSpPr>
        <p:spPr>
          <a:xfrm>
            <a:off x="2595960" y="2392200"/>
            <a:ext cx="571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>
            <a:off x="2485800" y="1407600"/>
            <a:ext cx="12571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2485800" y="3315600"/>
            <a:ext cx="12571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1369800" y="2057400"/>
            <a:ext cx="1214280" cy="6850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Pulse Transition Detector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>
            <a:off x="1141200" y="2394000"/>
            <a:ext cx="228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>
            <a:off x="525240" y="2214000"/>
            <a:ext cx="623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 flipV="1">
            <a:off x="7338960" y="1864800"/>
            <a:ext cx="1258560" cy="79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 flipV="1">
            <a:off x="7338960" y="2800800"/>
            <a:ext cx="1258560" cy="79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>
            <a:off x="2127600" y="1251000"/>
            <a:ext cx="294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>
            <a:off x="2127600" y="3129840"/>
            <a:ext cx="332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>
            <a:off x="1824840" y="1227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>
            <a:off x="1825200" y="3135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"/>
          <p:cNvSpPr/>
          <p:nvPr/>
        </p:nvSpPr>
        <p:spPr>
          <a:xfrm>
            <a:off x="2725560" y="21276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>
            <a:off x="3449880" y="1724400"/>
            <a:ext cx="467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Flip-Flop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Convert T Flip-Flop to JK FF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00" name=""/>
          <p:cNvGrpSpPr/>
          <p:nvPr/>
        </p:nvGrpSpPr>
        <p:grpSpPr>
          <a:xfrm>
            <a:off x="601200" y="1143000"/>
            <a:ext cx="2461680" cy="1142640"/>
            <a:chOff x="601200" y="1143000"/>
            <a:chExt cx="2461680" cy="1142640"/>
          </a:xfrm>
        </p:grpSpPr>
        <p:sp>
          <p:nvSpPr>
            <p:cNvPr id="801" name=""/>
            <p:cNvSpPr/>
            <p:nvPr/>
          </p:nvSpPr>
          <p:spPr>
            <a:xfrm>
              <a:off x="1371600" y="1143000"/>
              <a:ext cx="914040" cy="1142640"/>
            </a:xfrm>
            <a:prstGeom prst="rect">
              <a:avLst/>
            </a:pr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2" name=""/>
            <p:cNvSpPr/>
            <p:nvPr/>
          </p:nvSpPr>
          <p:spPr>
            <a:xfrm>
              <a:off x="914400" y="1371600"/>
              <a:ext cx="457200" cy="3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3" name=""/>
            <p:cNvSpPr/>
            <p:nvPr/>
          </p:nvSpPr>
          <p:spPr>
            <a:xfrm>
              <a:off x="2282400" y="1371600"/>
              <a:ext cx="457200" cy="3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4" name=""/>
            <p:cNvSpPr/>
            <p:nvPr/>
          </p:nvSpPr>
          <p:spPr>
            <a:xfrm>
              <a:off x="2282400" y="2055600"/>
              <a:ext cx="457200" cy="3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5" name=""/>
            <p:cNvSpPr/>
            <p:nvPr/>
          </p:nvSpPr>
          <p:spPr>
            <a:xfrm>
              <a:off x="601200" y="1191600"/>
              <a:ext cx="31896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T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6" name=""/>
            <p:cNvSpPr/>
            <p:nvPr/>
          </p:nvSpPr>
          <p:spPr>
            <a:xfrm>
              <a:off x="2653560" y="1191600"/>
              <a:ext cx="31896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Q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7" name=""/>
            <p:cNvSpPr/>
            <p:nvPr/>
          </p:nvSpPr>
          <p:spPr>
            <a:xfrm>
              <a:off x="2653920" y="1875600"/>
              <a:ext cx="40896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Q’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808" name=""/>
          <p:cNvGraphicFramePr/>
          <p:nvPr/>
        </p:nvGraphicFramePr>
        <p:xfrm>
          <a:off x="666720" y="2722680"/>
          <a:ext cx="2068920" cy="1939680"/>
        </p:xfrm>
        <a:graphic>
          <a:graphicData uri="http://schemas.openxmlformats.org/drawingml/2006/table">
            <a:tbl>
              <a:tblPr/>
              <a:tblGrid>
                <a:gridCol w="689760"/>
                <a:gridCol w="689760"/>
                <a:gridCol w="689760"/>
              </a:tblGrid>
              <a:tr h="387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n+1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7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80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80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80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09" name=""/>
          <p:cNvGraphicFramePr/>
          <p:nvPr/>
        </p:nvGraphicFramePr>
        <p:xfrm>
          <a:off x="5526720" y="1210680"/>
          <a:ext cx="2974320" cy="3129840"/>
        </p:xfrm>
        <a:graphic>
          <a:graphicData uri="http://schemas.openxmlformats.org/drawingml/2006/table">
            <a:tbl>
              <a:tblPr/>
              <a:tblGrid>
                <a:gridCol w="743760"/>
                <a:gridCol w="743760"/>
                <a:gridCol w="743760"/>
                <a:gridCol w="74340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n+1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Convert T Flip-Flop to JK FF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"/>
          <p:cNvSpPr/>
          <p:nvPr/>
        </p:nvSpPr>
        <p:spPr>
          <a:xfrm>
            <a:off x="939600" y="1143000"/>
            <a:ext cx="914040" cy="11426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"/>
          <p:cNvSpPr/>
          <p:nvPr/>
        </p:nvSpPr>
        <p:spPr>
          <a:xfrm>
            <a:off x="482400" y="1371600"/>
            <a:ext cx="457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"/>
          <p:cNvSpPr/>
          <p:nvPr/>
        </p:nvSpPr>
        <p:spPr>
          <a:xfrm>
            <a:off x="1850400" y="1371600"/>
            <a:ext cx="457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"/>
          <p:cNvSpPr/>
          <p:nvPr/>
        </p:nvSpPr>
        <p:spPr>
          <a:xfrm>
            <a:off x="1850400" y="2055600"/>
            <a:ext cx="457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"/>
          <p:cNvSpPr/>
          <p:nvPr/>
        </p:nvSpPr>
        <p:spPr>
          <a:xfrm>
            <a:off x="169200" y="1191600"/>
            <a:ext cx="318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"/>
          <p:cNvSpPr/>
          <p:nvPr/>
        </p:nvSpPr>
        <p:spPr>
          <a:xfrm>
            <a:off x="2221560" y="1191600"/>
            <a:ext cx="318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"/>
          <p:cNvSpPr/>
          <p:nvPr/>
        </p:nvSpPr>
        <p:spPr>
          <a:xfrm>
            <a:off x="2221920" y="1875600"/>
            <a:ext cx="408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18" name=""/>
          <p:cNvGraphicFramePr/>
          <p:nvPr/>
        </p:nvGraphicFramePr>
        <p:xfrm>
          <a:off x="2718720" y="1210680"/>
          <a:ext cx="2068920" cy="1939680"/>
        </p:xfrm>
        <a:graphic>
          <a:graphicData uri="http://schemas.openxmlformats.org/drawingml/2006/table">
            <a:tbl>
              <a:tblPr/>
              <a:tblGrid>
                <a:gridCol w="689760"/>
                <a:gridCol w="689760"/>
                <a:gridCol w="689760"/>
              </a:tblGrid>
              <a:tr h="3877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n+1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77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80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80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80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19" name=""/>
          <p:cNvGraphicFramePr/>
          <p:nvPr/>
        </p:nvGraphicFramePr>
        <p:xfrm>
          <a:off x="5526720" y="1210680"/>
          <a:ext cx="3717720" cy="3129840"/>
        </p:xfrm>
        <a:graphic>
          <a:graphicData uri="http://schemas.openxmlformats.org/drawingml/2006/table">
            <a:tbl>
              <a:tblPr/>
              <a:tblGrid>
                <a:gridCol w="743760"/>
                <a:gridCol w="743760"/>
                <a:gridCol w="743760"/>
                <a:gridCol w="743400"/>
                <a:gridCol w="74340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n+1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20" name=""/>
          <p:cNvSpPr/>
          <p:nvPr/>
        </p:nvSpPr>
        <p:spPr>
          <a:xfrm>
            <a:off x="5029200" y="2586600"/>
            <a:ext cx="359280" cy="359280"/>
          </a:xfrm>
          <a:prstGeom prst="sun">
            <a:avLst>
              <a:gd name="adj" fmla="val 25000"/>
            </a:avLst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"/>
          <p:cNvSpPr/>
          <p:nvPr/>
        </p:nvSpPr>
        <p:spPr>
          <a:xfrm>
            <a:off x="5029200" y="2910600"/>
            <a:ext cx="359280" cy="359280"/>
          </a:xfrm>
          <a:prstGeom prst="sun">
            <a:avLst>
              <a:gd name="adj" fmla="val 25000"/>
            </a:avLst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"/>
          <p:cNvSpPr/>
          <p:nvPr/>
        </p:nvSpPr>
        <p:spPr>
          <a:xfrm>
            <a:off x="5029200" y="3630600"/>
            <a:ext cx="359280" cy="359280"/>
          </a:xfrm>
          <a:prstGeom prst="sun">
            <a:avLst>
              <a:gd name="adj" fmla="val 25000"/>
            </a:avLst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"/>
          <p:cNvSpPr/>
          <p:nvPr/>
        </p:nvSpPr>
        <p:spPr>
          <a:xfrm>
            <a:off x="5029200" y="3990600"/>
            <a:ext cx="359280" cy="359280"/>
          </a:xfrm>
          <a:prstGeom prst="sun">
            <a:avLst>
              <a:gd name="adj" fmla="val 25000"/>
            </a:avLst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24" name=""/>
          <p:cNvGraphicFramePr/>
          <p:nvPr/>
        </p:nvGraphicFramePr>
        <p:xfrm>
          <a:off x="738720" y="3586680"/>
          <a:ext cx="3090240" cy="1043280"/>
        </p:xfrm>
        <a:graphic>
          <a:graphicData uri="http://schemas.openxmlformats.org/drawingml/2006/table">
            <a:tbl>
              <a:tblPr/>
              <a:tblGrid>
                <a:gridCol w="749880"/>
                <a:gridCol w="486360"/>
                <a:gridCol w="618120"/>
                <a:gridCol w="618120"/>
                <a:gridCol w="61812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\JK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25" name=""/>
          <p:cNvSpPr/>
          <p:nvPr/>
        </p:nvSpPr>
        <p:spPr>
          <a:xfrm>
            <a:off x="2671200" y="3853800"/>
            <a:ext cx="1142640" cy="45684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"/>
          <p:cNvSpPr/>
          <p:nvPr/>
        </p:nvSpPr>
        <p:spPr>
          <a:xfrm>
            <a:off x="2023200" y="4214160"/>
            <a:ext cx="1142640" cy="45684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"/>
          <p:cNvSpPr/>
          <p:nvPr/>
        </p:nvSpPr>
        <p:spPr>
          <a:xfrm>
            <a:off x="3828960" y="4114800"/>
            <a:ext cx="28584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"/>
          <p:cNvSpPr/>
          <p:nvPr/>
        </p:nvSpPr>
        <p:spPr>
          <a:xfrm>
            <a:off x="2586600" y="4671360"/>
            <a:ext cx="360" cy="3578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"/>
          <p:cNvSpPr/>
          <p:nvPr/>
        </p:nvSpPr>
        <p:spPr>
          <a:xfrm>
            <a:off x="4114800" y="3949200"/>
            <a:ext cx="605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JQ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"/>
          <p:cNvSpPr/>
          <p:nvPr/>
        </p:nvSpPr>
        <p:spPr>
          <a:xfrm>
            <a:off x="2340000" y="4978080"/>
            <a:ext cx="593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KQ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Convert T Flip-Flop to JK FF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"/>
          <p:cNvSpPr/>
          <p:nvPr/>
        </p:nvSpPr>
        <p:spPr>
          <a:xfrm>
            <a:off x="3131280" y="1897920"/>
            <a:ext cx="36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"/>
          <p:cNvSpPr/>
          <p:nvPr/>
        </p:nvSpPr>
        <p:spPr>
          <a:xfrm>
            <a:off x="3577680" y="1900800"/>
            <a:ext cx="200880" cy="683640"/>
          </a:xfrm>
          <a:custGeom>
            <a:avLst/>
            <a:gdLst>
              <a:gd name="textAreaLeft" fmla="*/ 0 w 200880"/>
              <a:gd name="textAreaRight" fmla="*/ 203040 w 200880"/>
              <a:gd name="textAreaTop" fmla="*/ 0 h 683640"/>
              <a:gd name="textAreaBottom" fmla="*/ 685800 h 683640"/>
            </a:gdLst>
            <a:ahLst/>
            <a:rect l="textAreaLeft" t="textAreaTop" r="textAreaRight" b="textAreaBottom"/>
            <a:pathLst>
              <a:path fill="none" w="564" h="1905">
                <a:moveTo>
                  <a:pt x="0" y="0"/>
                </a:moveTo>
                <a:cubicBezTo>
                  <a:pt x="1270" y="953"/>
                  <a:pt x="0" y="1905"/>
                  <a:pt x="0" y="1905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"/>
          <p:cNvSpPr/>
          <p:nvPr/>
        </p:nvSpPr>
        <p:spPr>
          <a:xfrm>
            <a:off x="3131280" y="1897920"/>
            <a:ext cx="446400" cy="2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"/>
          <p:cNvSpPr/>
          <p:nvPr/>
        </p:nvSpPr>
        <p:spPr>
          <a:xfrm>
            <a:off x="3131280" y="2581920"/>
            <a:ext cx="446400" cy="2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36" name=""/>
          <p:cNvGrpSpPr/>
          <p:nvPr/>
        </p:nvGrpSpPr>
        <p:grpSpPr>
          <a:xfrm>
            <a:off x="3131640" y="3086280"/>
            <a:ext cx="647280" cy="686880"/>
            <a:chOff x="3131640" y="3086280"/>
            <a:chExt cx="647280" cy="686880"/>
          </a:xfrm>
        </p:grpSpPr>
        <p:sp>
          <p:nvSpPr>
            <p:cNvPr id="837" name=""/>
            <p:cNvSpPr/>
            <p:nvPr/>
          </p:nvSpPr>
          <p:spPr>
            <a:xfrm>
              <a:off x="3131640" y="308628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8" name=""/>
            <p:cNvSpPr/>
            <p:nvPr/>
          </p:nvSpPr>
          <p:spPr>
            <a:xfrm>
              <a:off x="3578040" y="3089160"/>
              <a:ext cx="200880" cy="683640"/>
            </a:xfrm>
            <a:custGeom>
              <a:avLst/>
              <a:gdLst>
                <a:gd name="textAreaLeft" fmla="*/ 0 w 200880"/>
                <a:gd name="textAreaRight" fmla="*/ 203040 w 200880"/>
                <a:gd name="textAreaTop" fmla="*/ 0 h 683640"/>
                <a:gd name="textAreaBottom" fmla="*/ 685800 h 68364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9" name=""/>
            <p:cNvSpPr/>
            <p:nvPr/>
          </p:nvSpPr>
          <p:spPr>
            <a:xfrm>
              <a:off x="3131640" y="30862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0" name=""/>
            <p:cNvSpPr/>
            <p:nvPr/>
          </p:nvSpPr>
          <p:spPr>
            <a:xfrm>
              <a:off x="3131640" y="37702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41" name=""/>
          <p:cNvSpPr/>
          <p:nvPr/>
        </p:nvSpPr>
        <p:spPr>
          <a:xfrm>
            <a:off x="2824200" y="2404800"/>
            <a:ext cx="307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"/>
          <p:cNvSpPr/>
          <p:nvPr/>
        </p:nvSpPr>
        <p:spPr>
          <a:xfrm>
            <a:off x="2824560" y="3304800"/>
            <a:ext cx="307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"/>
          <p:cNvSpPr/>
          <p:nvPr/>
        </p:nvSpPr>
        <p:spPr>
          <a:xfrm>
            <a:off x="2367000" y="3639600"/>
            <a:ext cx="7646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"/>
          <p:cNvSpPr/>
          <p:nvPr/>
        </p:nvSpPr>
        <p:spPr>
          <a:xfrm>
            <a:off x="2367000" y="2055600"/>
            <a:ext cx="7646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45" name=""/>
          <p:cNvGrpSpPr/>
          <p:nvPr/>
        </p:nvGrpSpPr>
        <p:grpSpPr>
          <a:xfrm>
            <a:off x="5384520" y="2403000"/>
            <a:ext cx="2461680" cy="1142640"/>
            <a:chOff x="5384520" y="2403000"/>
            <a:chExt cx="2461680" cy="1142640"/>
          </a:xfrm>
        </p:grpSpPr>
        <p:sp>
          <p:nvSpPr>
            <p:cNvPr id="846" name=""/>
            <p:cNvSpPr/>
            <p:nvPr/>
          </p:nvSpPr>
          <p:spPr>
            <a:xfrm>
              <a:off x="6154920" y="2403000"/>
              <a:ext cx="914040" cy="1142640"/>
            </a:xfrm>
            <a:prstGeom prst="rect">
              <a:avLst/>
            </a:pr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7" name=""/>
            <p:cNvSpPr/>
            <p:nvPr/>
          </p:nvSpPr>
          <p:spPr>
            <a:xfrm>
              <a:off x="5697720" y="2631600"/>
              <a:ext cx="457200" cy="3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8" name=""/>
            <p:cNvSpPr/>
            <p:nvPr/>
          </p:nvSpPr>
          <p:spPr>
            <a:xfrm>
              <a:off x="7065720" y="2631600"/>
              <a:ext cx="457200" cy="3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9" name=""/>
            <p:cNvSpPr/>
            <p:nvPr/>
          </p:nvSpPr>
          <p:spPr>
            <a:xfrm>
              <a:off x="7065720" y="3315600"/>
              <a:ext cx="457200" cy="3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0" name=""/>
            <p:cNvSpPr/>
            <p:nvPr/>
          </p:nvSpPr>
          <p:spPr>
            <a:xfrm>
              <a:off x="5384520" y="2451600"/>
              <a:ext cx="31896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T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1" name=""/>
            <p:cNvSpPr/>
            <p:nvPr/>
          </p:nvSpPr>
          <p:spPr>
            <a:xfrm>
              <a:off x="7436880" y="2451600"/>
              <a:ext cx="31896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Q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2" name=""/>
            <p:cNvSpPr/>
            <p:nvPr/>
          </p:nvSpPr>
          <p:spPr>
            <a:xfrm>
              <a:off x="7437240" y="3135600"/>
              <a:ext cx="40896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Q’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53" name=""/>
          <p:cNvSpPr/>
          <p:nvPr/>
        </p:nvSpPr>
        <p:spPr>
          <a:xfrm>
            <a:off x="7167600" y="3315600"/>
            <a:ext cx="360" cy="689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"/>
          <p:cNvSpPr/>
          <p:nvPr/>
        </p:nvSpPr>
        <p:spPr>
          <a:xfrm>
            <a:off x="2367000" y="4005000"/>
            <a:ext cx="48006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"/>
          <p:cNvSpPr/>
          <p:nvPr/>
        </p:nvSpPr>
        <p:spPr>
          <a:xfrm flipV="1">
            <a:off x="2367000" y="3639600"/>
            <a:ext cx="360" cy="365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"/>
          <p:cNvSpPr/>
          <p:nvPr/>
        </p:nvSpPr>
        <p:spPr>
          <a:xfrm flipH="1">
            <a:off x="7167600" y="1701000"/>
            <a:ext cx="360" cy="914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"/>
          <p:cNvSpPr/>
          <p:nvPr/>
        </p:nvSpPr>
        <p:spPr>
          <a:xfrm>
            <a:off x="2367360" y="1701000"/>
            <a:ext cx="48006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"/>
          <p:cNvSpPr/>
          <p:nvPr/>
        </p:nvSpPr>
        <p:spPr>
          <a:xfrm flipV="1">
            <a:off x="2367000" y="1695960"/>
            <a:ext cx="360" cy="365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"/>
          <p:cNvSpPr/>
          <p:nvPr/>
        </p:nvSpPr>
        <p:spPr>
          <a:xfrm>
            <a:off x="2473200" y="3137400"/>
            <a:ext cx="294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"/>
          <p:cNvSpPr/>
          <p:nvPr/>
        </p:nvSpPr>
        <p:spPr>
          <a:xfrm>
            <a:off x="2466000" y="223920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"/>
          <p:cNvSpPr/>
          <p:nvPr/>
        </p:nvSpPr>
        <p:spPr>
          <a:xfrm>
            <a:off x="4369680" y="2297160"/>
            <a:ext cx="200880" cy="683640"/>
          </a:xfrm>
          <a:custGeom>
            <a:avLst/>
            <a:gdLst>
              <a:gd name="textAreaLeft" fmla="*/ 0 w 200880"/>
              <a:gd name="textAreaRight" fmla="*/ 203040 w 200880"/>
              <a:gd name="textAreaTop" fmla="*/ 0 h 683640"/>
              <a:gd name="textAreaBottom" fmla="*/ 685800 h 683640"/>
            </a:gdLst>
            <a:ahLst/>
            <a:rect l="textAreaLeft" t="textAreaTop" r="textAreaRight" b="textAreaBottom"/>
            <a:pathLst>
              <a:path fill="none" w="564" h="1905">
                <a:moveTo>
                  <a:pt x="0" y="0"/>
                </a:moveTo>
                <a:cubicBezTo>
                  <a:pt x="1270" y="953"/>
                  <a:pt x="0" y="1905"/>
                  <a:pt x="0" y="1905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"/>
          <p:cNvSpPr/>
          <p:nvPr/>
        </p:nvSpPr>
        <p:spPr>
          <a:xfrm>
            <a:off x="4369680" y="2297160"/>
            <a:ext cx="596880" cy="684000"/>
          </a:xfrm>
          <a:custGeom>
            <a:avLst/>
            <a:gdLst>
              <a:gd name="textAreaLeft" fmla="*/ 0 w 596880"/>
              <a:gd name="textAreaRight" fmla="*/ 601560 w 596880"/>
              <a:gd name="textAreaTop" fmla="*/ 0 h 684000"/>
              <a:gd name="textAreaBottom" fmla="*/ 686160 h 684000"/>
            </a:gdLst>
            <a:ahLst/>
            <a:rect l="textAreaLeft" t="textAreaTop" r="textAreaRight" b="textAreaBottom"/>
            <a:pathLst>
              <a:path fill="none" w="564" h="1905">
                <a:moveTo>
                  <a:pt x="0" y="0"/>
                </a:moveTo>
                <a:cubicBezTo>
                  <a:pt x="1270" y="953"/>
                  <a:pt x="0" y="1905"/>
                  <a:pt x="0" y="1905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"/>
          <p:cNvSpPr/>
          <p:nvPr/>
        </p:nvSpPr>
        <p:spPr>
          <a:xfrm>
            <a:off x="4966920" y="2633400"/>
            <a:ext cx="6004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"/>
          <p:cNvSpPr/>
          <p:nvPr/>
        </p:nvSpPr>
        <p:spPr>
          <a:xfrm>
            <a:off x="4156560" y="2404800"/>
            <a:ext cx="307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"/>
          <p:cNvSpPr/>
          <p:nvPr/>
        </p:nvSpPr>
        <p:spPr>
          <a:xfrm>
            <a:off x="4156920" y="2872800"/>
            <a:ext cx="3070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"/>
          <p:cNvSpPr/>
          <p:nvPr/>
        </p:nvSpPr>
        <p:spPr>
          <a:xfrm>
            <a:off x="4188960" y="2891160"/>
            <a:ext cx="36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"/>
          <p:cNvSpPr/>
          <p:nvPr/>
        </p:nvSpPr>
        <p:spPr>
          <a:xfrm flipV="1">
            <a:off x="4195800" y="2176200"/>
            <a:ext cx="36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"/>
          <p:cNvSpPr/>
          <p:nvPr/>
        </p:nvSpPr>
        <p:spPr>
          <a:xfrm>
            <a:off x="3778920" y="2176200"/>
            <a:ext cx="41688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"/>
          <p:cNvSpPr/>
          <p:nvPr/>
        </p:nvSpPr>
        <p:spPr>
          <a:xfrm>
            <a:off x="3779280" y="3391200"/>
            <a:ext cx="4165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Steps For conversion: A FF to B FF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71" name=""/>
          <p:cNvGraphicFramePr/>
          <p:nvPr/>
        </p:nvGraphicFramePr>
        <p:xfrm>
          <a:off x="1958760" y="2261520"/>
          <a:ext cx="2381040" cy="1345680"/>
        </p:xfrm>
        <a:graphic>
          <a:graphicData uri="http://schemas.openxmlformats.org/drawingml/2006/table">
            <a:tbl>
              <a:tblPr/>
              <a:tblGrid>
                <a:gridCol w="793800"/>
                <a:gridCol w="793800"/>
                <a:gridCol w="793440"/>
              </a:tblGrid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n+1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72" name=""/>
          <p:cNvGraphicFramePr/>
          <p:nvPr/>
        </p:nvGraphicFramePr>
        <p:xfrm>
          <a:off x="4983120" y="2261880"/>
          <a:ext cx="2381040" cy="1345680"/>
        </p:xfrm>
        <a:graphic>
          <a:graphicData uri="http://schemas.openxmlformats.org/drawingml/2006/table">
            <a:tbl>
              <a:tblPr/>
              <a:tblGrid>
                <a:gridCol w="793800"/>
                <a:gridCol w="793800"/>
                <a:gridCol w="793440"/>
              </a:tblGrid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n+1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73" name=""/>
          <p:cNvSpPr/>
          <p:nvPr/>
        </p:nvSpPr>
        <p:spPr>
          <a:xfrm>
            <a:off x="2305800" y="1371600"/>
            <a:ext cx="48006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Write Truth tables like this for both A &amp; B Flip-flops.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Steps For conversion: A FF to B FF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75" name=""/>
          <p:cNvGraphicFramePr/>
          <p:nvPr/>
        </p:nvGraphicFramePr>
        <p:xfrm>
          <a:off x="1958760" y="2261520"/>
          <a:ext cx="2381040" cy="1345680"/>
        </p:xfrm>
        <a:graphic>
          <a:graphicData uri="http://schemas.openxmlformats.org/drawingml/2006/table">
            <a:tbl>
              <a:tblPr/>
              <a:tblGrid>
                <a:gridCol w="793800"/>
                <a:gridCol w="793800"/>
                <a:gridCol w="793440"/>
              </a:tblGrid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n+1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76" name=""/>
          <p:cNvGraphicFramePr/>
          <p:nvPr/>
        </p:nvGraphicFramePr>
        <p:xfrm>
          <a:off x="4983120" y="2261880"/>
          <a:ext cx="2381040" cy="1345680"/>
        </p:xfrm>
        <a:graphic>
          <a:graphicData uri="http://schemas.openxmlformats.org/drawingml/2006/table">
            <a:tbl>
              <a:tblPr/>
              <a:tblGrid>
                <a:gridCol w="793800"/>
                <a:gridCol w="793800"/>
                <a:gridCol w="793440"/>
                <a:gridCol w="793440"/>
              </a:tblGrid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n+1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77" name=""/>
          <p:cNvSpPr/>
          <p:nvPr/>
        </p:nvSpPr>
        <p:spPr>
          <a:xfrm>
            <a:off x="2305800" y="1371600"/>
            <a:ext cx="48006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Now insert another column(s) at B FF Truth table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"/>
          <p:cNvSpPr/>
          <p:nvPr/>
        </p:nvSpPr>
        <p:spPr>
          <a:xfrm>
            <a:off x="2142000" y="3285000"/>
            <a:ext cx="457200" cy="2286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"/>
          <p:cNvSpPr/>
          <p:nvPr/>
        </p:nvSpPr>
        <p:spPr>
          <a:xfrm>
            <a:off x="7542360" y="2961000"/>
            <a:ext cx="457200" cy="2286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"/>
          <p:cNvSpPr/>
          <p:nvPr/>
        </p:nvSpPr>
        <p:spPr>
          <a:xfrm>
            <a:off x="2743200" y="4572000"/>
            <a:ext cx="4572000" cy="685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Fill up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colum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n(s)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abov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1. Look at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transition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from Q</a:t>
            </a: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 to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Q</a:t>
            </a: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n+1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2. Find the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 input(s)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for this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required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transition.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3. Place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this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input(s) at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column A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of B FF.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"/>
          <p:cNvSpPr/>
          <p:nvPr/>
        </p:nvSpPr>
        <p:spPr>
          <a:xfrm>
            <a:off x="2514600" y="3189600"/>
            <a:ext cx="5029200" cy="626040"/>
          </a:xfrm>
          <a:custGeom>
            <a:avLst/>
            <a:gdLst/>
            <a:ahLst/>
            <a:rect l="0" t="0" r="r" b="b"/>
            <a:pathLst>
              <a:path fill="none" w="13970" h="1739">
                <a:moveTo>
                  <a:pt x="0" y="900"/>
                </a:moveTo>
                <a:cubicBezTo>
                  <a:pt x="6350" y="3205"/>
                  <a:pt x="13970" y="30"/>
                  <a:pt x="13970" y="30"/>
                </a:cubicBezTo>
                <a:lnTo>
                  <a:pt x="13966" y="0"/>
                </a:lnTo>
              </a:path>
            </a:pathLst>
          </a:custGeom>
          <a:ln w="0">
            <a:solidFill>
              <a:srgbClr val="3465a4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848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Steps For conversion: A FF to B FF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83" name=""/>
          <p:cNvGraphicFramePr/>
          <p:nvPr/>
        </p:nvGraphicFramePr>
        <p:xfrm>
          <a:off x="555120" y="2261880"/>
          <a:ext cx="2381040" cy="1345680"/>
        </p:xfrm>
        <a:graphic>
          <a:graphicData uri="http://schemas.openxmlformats.org/drawingml/2006/table">
            <a:tbl>
              <a:tblPr/>
              <a:tblGrid>
                <a:gridCol w="793800"/>
                <a:gridCol w="793800"/>
                <a:gridCol w="793440"/>
                <a:gridCol w="793440"/>
              </a:tblGrid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n+1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84" name=""/>
          <p:cNvSpPr/>
          <p:nvPr/>
        </p:nvSpPr>
        <p:spPr>
          <a:xfrm>
            <a:off x="2305800" y="1371600"/>
            <a:ext cx="48006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Now build a K-map to realize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 = f(B,Q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2025-11-13T11:46:46Z</dcterms:modified>
  <cp:revision>43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