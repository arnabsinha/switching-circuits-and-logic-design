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3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45.xml" ContentType="application/vnd.openxmlformats-officedocument.theme+xml"/>
  <Override PartName="/ppt/theme/theme47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46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49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</p:sldMasterIdLst>
  <p:sldIdLst>
    <p:sldId id="256" r:id="rId51"/>
    <p:sldId id="257" r:id="rId52"/>
    <p:sldId id="258" r:id="rId53"/>
    <p:sldId id="259" r:id="rId54"/>
    <p:sldId id="260" r:id="rId55"/>
    <p:sldId id="261" r:id="rId56"/>
    <p:sldId id="262" r:id="rId57"/>
    <p:sldId id="263" r:id="rId58"/>
    <p:sldId id="264" r:id="rId59"/>
    <p:sldId id="265" r:id="rId60"/>
  </p:sldIdLst>
  <p:sldSz cx="10077450" cy="56689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" Target="slides/slide1.xml"/><Relationship Id="rId52" Type="http://schemas.openxmlformats.org/officeDocument/2006/relationships/slide" Target="slides/slide2.xml"/><Relationship Id="rId53" Type="http://schemas.openxmlformats.org/officeDocument/2006/relationships/slide" Target="slides/slide3.xml"/><Relationship Id="rId54" Type="http://schemas.openxmlformats.org/officeDocument/2006/relationships/slide" Target="slides/slide4.xml"/><Relationship Id="rId55" Type="http://schemas.openxmlformats.org/officeDocument/2006/relationships/slide" Target="slides/slide5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9.xml"/><Relationship Id="rId60" Type="http://schemas.openxmlformats.org/officeDocument/2006/relationships/slide" Target="slides/slide10.xml"/><Relationship Id="rId6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OBJECT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FOUR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WO_OBJECTS_AND_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OBJECT_AND_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WO_OBJECTS_OV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PlaceHolder 4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PlaceHolder 5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PlaceHolder 5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5146200" y="30394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PlaceHolder 2"/>
          <p:cNvSpPr>
            <a:spLocks noGrp="1"/>
          </p:cNvSpPr>
          <p:nvPr>
            <p:ph/>
          </p:nvPr>
        </p:nvSpPr>
        <p:spPr>
          <a:xfrm>
            <a:off x="50328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/>
          </p:nvPr>
        </p:nvSpPr>
        <p:spPr>
          <a:xfrm>
            <a:off x="5146200" y="1325880"/>
            <a:ext cx="442152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PlaceHolder 4"/>
          <p:cNvSpPr>
            <a:spLocks noGrp="1"/>
          </p:cNvSpPr>
          <p:nvPr>
            <p:ph/>
          </p:nvPr>
        </p:nvSpPr>
        <p:spPr>
          <a:xfrm>
            <a:off x="503280" y="3039480"/>
            <a:ext cx="9060840" cy="1564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8;p1"/>
          <p:cNvSpPr/>
          <p:nvPr/>
        </p:nvSpPr>
        <p:spPr>
          <a:xfrm>
            <a:off x="4102200" y="4894560"/>
            <a:ext cx="438300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Google Shape;9;p1"/>
          <p:cNvSpPr/>
          <p:nvPr/>
        </p:nvSpPr>
        <p:spPr>
          <a:xfrm>
            <a:off x="25200" y="462744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Google Shape;10;p1"/>
          <p:cNvSpPr/>
          <p:nvPr/>
        </p:nvSpPr>
        <p:spPr>
          <a:xfrm>
            <a:off x="3857400" y="5322960"/>
            <a:ext cx="6230520" cy="360"/>
          </a:xfrm>
          <a:custGeom>
            <a:avLst/>
            <a:gdLst>
              <a:gd name="textAreaLeft" fmla="*/ 0 w 6230520"/>
              <a:gd name="textAreaRight" fmla="*/ 6237720 w 623052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7335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7324" y="21"/>
                </a:lnTo>
                <a:cubicBezTo>
                  <a:pt x="17329" y="21"/>
                  <a:pt x="17334" y="15"/>
                  <a:pt x="17334" y="10"/>
                </a:cubicBezTo>
                <a:lnTo>
                  <a:pt x="17334" y="10"/>
                </a:lnTo>
                <a:cubicBezTo>
                  <a:pt x="17334" y="5"/>
                  <a:pt x="17329" y="0"/>
                  <a:pt x="17324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Google Shape;11;p1"/>
          <p:cNvSpPr/>
          <p:nvPr/>
        </p:nvSpPr>
        <p:spPr>
          <a:xfrm>
            <a:off x="4043160" y="4943520"/>
            <a:ext cx="360" cy="480240"/>
          </a:xfrm>
          <a:custGeom>
            <a:avLst/>
            <a:gdLst>
              <a:gd name="textAreaLeft" fmla="*/ 0 w 360"/>
              <a:gd name="textAreaRight" fmla="*/ 14400 w 360"/>
              <a:gd name="textAreaTop" fmla="*/ 0 h 480240"/>
              <a:gd name="textAreaBottom" fmla="*/ 487440 h 480240"/>
            </a:gdLst>
            <a:ahLst/>
            <a:rect l="textAreaLeft" t="textAreaTop" r="textAreaRight" b="textAreaBottom"/>
            <a:pathLst>
              <a:path w="22" h="1356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44"/>
                </a:lnTo>
                <a:cubicBezTo>
                  <a:pt x="0" y="1349"/>
                  <a:pt x="5" y="1355"/>
                  <a:pt x="10" y="1355"/>
                </a:cubicBezTo>
                <a:lnTo>
                  <a:pt x="10" y="1355"/>
                </a:lnTo>
                <a:cubicBezTo>
                  <a:pt x="15" y="1355"/>
                  <a:pt x="21" y="1349"/>
                  <a:pt x="21" y="1344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PlaceHolder 4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66;p14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Google Shape;67;p14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Google Shape;68;p14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Google Shape;69;p14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Google Shape;70;p14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PlaceHolder 5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PlaceHolder 4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125;p27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Google Shape;126;p27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Google Shape;127;p27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Google Shape;128;p27"/>
          <p:cNvSpPr/>
          <p:nvPr/>
        </p:nvSpPr>
        <p:spPr>
          <a:xfrm>
            <a:off x="1899720" y="5203440"/>
            <a:ext cx="7455240" cy="360"/>
          </a:xfrm>
          <a:custGeom>
            <a:avLst/>
            <a:gdLst>
              <a:gd name="textAreaLeft" fmla="*/ 0 w 7455240"/>
              <a:gd name="textAreaRight" fmla="*/ 7462440 w 745524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20739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20727" y="21"/>
                </a:lnTo>
                <a:cubicBezTo>
                  <a:pt x="20732" y="21"/>
                  <a:pt x="20738" y="15"/>
                  <a:pt x="20738" y="10"/>
                </a:cubicBezTo>
                <a:lnTo>
                  <a:pt x="20738" y="10"/>
                </a:lnTo>
                <a:cubicBezTo>
                  <a:pt x="20738" y="5"/>
                  <a:pt x="20732" y="0"/>
                  <a:pt x="20727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Google Shape;129;p27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PlaceHolder 5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906084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328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 type="body"/>
          </p:nvPr>
        </p:nvSpPr>
        <p:spPr>
          <a:xfrm>
            <a:off x="5146200" y="30394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184;p40"/>
          <p:cNvSpPr/>
          <p:nvPr/>
        </p:nvSpPr>
        <p:spPr>
          <a:xfrm>
            <a:off x="20160" y="606600"/>
            <a:ext cx="6110640" cy="10800"/>
          </a:xfrm>
          <a:custGeom>
            <a:avLst/>
            <a:gdLst>
              <a:gd name="textAreaLeft" fmla="*/ 0 w 6110640"/>
              <a:gd name="textAreaRight" fmla="*/ 6117840 w 6110640"/>
              <a:gd name="textAreaTop" fmla="*/ 0 h 10800"/>
              <a:gd name="textAreaBottom" fmla="*/ 18000 h 10800"/>
            </a:gdLst>
            <a:ahLst/>
            <a:rect l="textAreaLeft" t="textAreaTop" r="textAreaRight" b="textAreaBottom"/>
            <a:pathLst>
              <a:path w="17002" h="52">
                <a:moveTo>
                  <a:pt x="25" y="0"/>
                </a:moveTo>
                <a:cubicBezTo>
                  <a:pt x="12" y="0"/>
                  <a:pt x="0" y="12"/>
                  <a:pt x="0" y="25"/>
                </a:cubicBezTo>
                <a:lnTo>
                  <a:pt x="0" y="25"/>
                </a:lnTo>
                <a:cubicBezTo>
                  <a:pt x="0" y="38"/>
                  <a:pt x="12" y="51"/>
                  <a:pt x="25" y="51"/>
                </a:cubicBezTo>
                <a:lnTo>
                  <a:pt x="16975" y="51"/>
                </a:lnTo>
                <a:cubicBezTo>
                  <a:pt x="16988" y="51"/>
                  <a:pt x="17001" y="38"/>
                  <a:pt x="17001" y="25"/>
                </a:cubicBezTo>
                <a:lnTo>
                  <a:pt x="17001" y="25"/>
                </a:lnTo>
                <a:cubicBezTo>
                  <a:pt x="17001" y="12"/>
                  <a:pt x="16988" y="0"/>
                  <a:pt x="16975" y="0"/>
                </a:cubicBezTo>
                <a:lnTo>
                  <a:pt x="25" y="0"/>
                </a:lnTo>
              </a:path>
            </a:pathLst>
          </a:custGeom>
          <a:gradFill rotWithShape="0">
            <a:gsLst>
              <a:gs pos="0">
                <a:srgbClr val="cccccc">
                  <a:alpha val="0"/>
                </a:srgbClr>
              </a:gs>
              <a:gs pos="100000">
                <a:srgbClr val="333333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" bIns="90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Google Shape;185;p40"/>
          <p:cNvSpPr/>
          <p:nvPr/>
        </p:nvSpPr>
        <p:spPr>
          <a:xfrm>
            <a:off x="4428720" y="840240"/>
            <a:ext cx="5664600" cy="360"/>
          </a:xfrm>
          <a:custGeom>
            <a:avLst/>
            <a:gdLst>
              <a:gd name="textAreaLeft" fmla="*/ 0 w 5664600"/>
              <a:gd name="textAreaRight" fmla="*/ 5671800 w 56646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5763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5751" y="21"/>
                </a:lnTo>
                <a:cubicBezTo>
                  <a:pt x="15756" y="21"/>
                  <a:pt x="15762" y="15"/>
                  <a:pt x="15762" y="10"/>
                </a:cubicBezTo>
                <a:lnTo>
                  <a:pt x="15762" y="10"/>
                </a:lnTo>
                <a:cubicBezTo>
                  <a:pt x="15762" y="5"/>
                  <a:pt x="15756" y="0"/>
                  <a:pt x="15751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Google Shape;186;p40"/>
          <p:cNvSpPr/>
          <p:nvPr/>
        </p:nvSpPr>
        <p:spPr>
          <a:xfrm>
            <a:off x="9815760" y="473760"/>
            <a:ext cx="360" cy="486000"/>
          </a:xfrm>
          <a:custGeom>
            <a:avLst/>
            <a:gdLst>
              <a:gd name="textAreaLeft" fmla="*/ 0 w 360"/>
              <a:gd name="textAreaRight" fmla="*/ 14400 w 360"/>
              <a:gd name="textAreaTop" fmla="*/ 0 h 486000"/>
              <a:gd name="textAreaBottom" fmla="*/ 493200 h 486000"/>
            </a:gdLst>
            <a:ahLst/>
            <a:rect l="textAreaLeft" t="textAreaTop" r="textAreaRight" b="textAreaBottom"/>
            <a:pathLst>
              <a:path w="22" h="1371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360"/>
                </a:lnTo>
                <a:cubicBezTo>
                  <a:pt x="0" y="1365"/>
                  <a:pt x="5" y="1370"/>
                  <a:pt x="10" y="1370"/>
                </a:cubicBezTo>
                <a:lnTo>
                  <a:pt x="10" y="1370"/>
                </a:lnTo>
                <a:cubicBezTo>
                  <a:pt x="15" y="1370"/>
                  <a:pt x="21" y="1365"/>
                  <a:pt x="21" y="1360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Google Shape;187;p40"/>
          <p:cNvSpPr/>
          <p:nvPr/>
        </p:nvSpPr>
        <p:spPr>
          <a:xfrm>
            <a:off x="5641200" y="519336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Google Shape;188;p40"/>
          <p:cNvSpPr/>
          <p:nvPr/>
        </p:nvSpPr>
        <p:spPr>
          <a:xfrm>
            <a:off x="9255960" y="491580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Google Shape;189;p40"/>
          <p:cNvSpPr/>
          <p:nvPr/>
        </p:nvSpPr>
        <p:spPr>
          <a:xfrm>
            <a:off x="973440" y="5193000"/>
            <a:ext cx="3713400" cy="360"/>
          </a:xfrm>
          <a:custGeom>
            <a:avLst/>
            <a:gdLst>
              <a:gd name="textAreaLeft" fmla="*/ 0 w 3713400"/>
              <a:gd name="textAreaRight" fmla="*/ 3720600 w 3713400"/>
              <a:gd name="textAreaTop" fmla="*/ 0 h 360"/>
              <a:gd name="textAreaBottom" fmla="*/ 14400 h 360"/>
            </a:gdLst>
            <a:ahLst/>
            <a:rect l="textAreaLeft" t="textAreaTop" r="textAreaRight" b="textAreaBottom"/>
            <a:pathLst>
              <a:path w="10341" h="2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10"/>
                </a:lnTo>
                <a:cubicBezTo>
                  <a:pt x="0" y="15"/>
                  <a:pt x="5" y="21"/>
                  <a:pt x="10" y="21"/>
                </a:cubicBezTo>
                <a:lnTo>
                  <a:pt x="10329" y="21"/>
                </a:lnTo>
                <a:cubicBezTo>
                  <a:pt x="10334" y="21"/>
                  <a:pt x="10340" y="15"/>
                  <a:pt x="10340" y="10"/>
                </a:cubicBezTo>
                <a:lnTo>
                  <a:pt x="10340" y="10"/>
                </a:lnTo>
                <a:cubicBezTo>
                  <a:pt x="10340" y="5"/>
                  <a:pt x="10334" y="0"/>
                  <a:pt x="10329" y="0"/>
                </a:cubicBezTo>
                <a:lnTo>
                  <a:pt x="10" y="0"/>
                </a:lnTo>
              </a:path>
            </a:pathLst>
          </a:custGeom>
          <a:gradFill rotWithShape="0">
            <a:gsLst>
              <a:gs pos="0">
                <a:srgbClr val="333333">
                  <a:alpha val="0"/>
                </a:srgbClr>
              </a:gs>
              <a:gs pos="100000">
                <a:srgbClr val="cccccc">
                  <a:alpha val="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600" bIns="360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Google Shape;190;p40"/>
          <p:cNvSpPr/>
          <p:nvPr/>
        </p:nvSpPr>
        <p:spPr>
          <a:xfrm>
            <a:off x="4587840" y="4912560"/>
            <a:ext cx="360" cy="342360"/>
          </a:xfrm>
          <a:custGeom>
            <a:avLst/>
            <a:gdLst>
              <a:gd name="textAreaLeft" fmla="*/ 0 w 360"/>
              <a:gd name="textAreaRight" fmla="*/ 14400 w 360"/>
              <a:gd name="textAreaTop" fmla="*/ 0 h 342360"/>
              <a:gd name="textAreaBottom" fmla="*/ 349560 h 342360"/>
            </a:gdLst>
            <a:ahLst/>
            <a:rect l="textAreaLeft" t="textAreaTop" r="textAreaRight" b="textAreaBottom"/>
            <a:pathLst>
              <a:path w="22" h="972">
                <a:moveTo>
                  <a:pt x="10" y="0"/>
                </a:moveTo>
                <a:cubicBezTo>
                  <a:pt x="5" y="0"/>
                  <a:pt x="0" y="5"/>
                  <a:pt x="0" y="10"/>
                </a:cubicBezTo>
                <a:lnTo>
                  <a:pt x="0" y="961"/>
                </a:lnTo>
                <a:cubicBezTo>
                  <a:pt x="0" y="966"/>
                  <a:pt x="5" y="971"/>
                  <a:pt x="10" y="971"/>
                </a:cubicBezTo>
                <a:lnTo>
                  <a:pt x="10" y="971"/>
                </a:lnTo>
                <a:cubicBezTo>
                  <a:pt x="15" y="971"/>
                  <a:pt x="21" y="966"/>
                  <a:pt x="21" y="961"/>
                </a:cubicBezTo>
                <a:lnTo>
                  <a:pt x="21" y="10"/>
                </a:lnTo>
                <a:cubicBezTo>
                  <a:pt x="21" y="5"/>
                  <a:pt x="15" y="0"/>
                  <a:pt x="10" y="0"/>
                </a:cubicBezTo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Google Shape;191;p40"/>
          <p:cNvSpPr/>
          <p:nvPr/>
        </p:nvSpPr>
        <p:spPr>
          <a:xfrm>
            <a:off x="5052960" y="1036440"/>
            <a:ext cx="3600" cy="3692880"/>
          </a:xfrm>
          <a:custGeom>
            <a:avLst/>
            <a:gdLst>
              <a:gd name="textAreaLeft" fmla="*/ 0 w 3600"/>
              <a:gd name="textAreaRight" fmla="*/ 10800 w 3600"/>
              <a:gd name="textAreaTop" fmla="*/ 0 h 3692880"/>
              <a:gd name="textAreaBottom" fmla="*/ 3700080 h 3692880"/>
            </a:gdLst>
            <a:ahLst/>
            <a:rect l="textAreaLeft" t="textAreaTop" r="textAreaRight" b="textAreaBottom"/>
            <a:pathLst>
              <a:path w="32" h="10282">
                <a:moveTo>
                  <a:pt x="15" y="0"/>
                </a:moveTo>
                <a:cubicBezTo>
                  <a:pt x="7" y="0"/>
                  <a:pt x="0" y="7"/>
                  <a:pt x="0" y="15"/>
                </a:cubicBezTo>
                <a:lnTo>
                  <a:pt x="0" y="10265"/>
                </a:lnTo>
                <a:cubicBezTo>
                  <a:pt x="0" y="10273"/>
                  <a:pt x="7" y="10281"/>
                  <a:pt x="15" y="10281"/>
                </a:cubicBezTo>
                <a:lnTo>
                  <a:pt x="15" y="10281"/>
                </a:lnTo>
                <a:cubicBezTo>
                  <a:pt x="23" y="10281"/>
                  <a:pt x="31" y="10273"/>
                  <a:pt x="31" y="10265"/>
                </a:cubicBezTo>
                <a:lnTo>
                  <a:pt x="31" y="15"/>
                </a:lnTo>
                <a:cubicBezTo>
                  <a:pt x="31" y="7"/>
                  <a:pt x="23" y="0"/>
                  <a:pt x="15" y="0"/>
                </a:cubicBezTo>
              </a:path>
            </a:pathLst>
          </a:custGeom>
          <a:gradFill rotWithShape="0">
            <a:gsLst>
              <a:gs pos="0">
                <a:srgbClr val="111111">
                  <a:alpha val="0"/>
                </a:srgbClr>
              </a:gs>
              <a:gs pos="50000">
                <a:srgbClr val="cccccc">
                  <a:alpha val="0"/>
                </a:srgbClr>
              </a:gs>
              <a:gs pos="100000">
                <a:srgbClr val="111111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to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edit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forma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50328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body"/>
          </p:nvPr>
        </p:nvSpPr>
        <p:spPr>
          <a:xfrm>
            <a:off x="5146200" y="1325880"/>
            <a:ext cx="442116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6111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body"/>
          </p:nvPr>
        </p:nvSpPr>
        <p:spPr>
          <a:xfrm>
            <a:off x="503280" y="3039480"/>
            <a:ext cx="9060840" cy="1564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5000" lnSpcReduction="20000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244;p53"/>
          <p:cNvSpPr/>
          <p:nvPr/>
        </p:nvSpPr>
        <p:spPr>
          <a:xfrm>
            <a:off x="227880" y="1599480"/>
            <a:ext cx="8989200" cy="6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Arial"/>
              </a:rPr>
              <a:t>Switching Circuit &amp; Logic Design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Google Shape;245;p53"/>
          <p:cNvSpPr/>
          <p:nvPr/>
        </p:nvSpPr>
        <p:spPr>
          <a:xfrm>
            <a:off x="3735000" y="3198960"/>
            <a:ext cx="260352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Lecture 22 : Flip-Flop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J-K Flip 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00" name=""/>
          <p:cNvGrpSpPr/>
          <p:nvPr/>
        </p:nvGrpSpPr>
        <p:grpSpPr>
          <a:xfrm>
            <a:off x="6622560" y="1537200"/>
            <a:ext cx="647640" cy="686880"/>
            <a:chOff x="6622560" y="1537200"/>
            <a:chExt cx="647640" cy="686880"/>
          </a:xfrm>
        </p:grpSpPr>
        <p:sp>
          <p:nvSpPr>
            <p:cNvPr id="501" name=""/>
            <p:cNvSpPr/>
            <p:nvPr/>
          </p:nvSpPr>
          <p:spPr>
            <a:xfrm>
              <a:off x="6622560" y="153720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2" name=""/>
            <p:cNvSpPr/>
            <p:nvPr/>
          </p:nvSpPr>
          <p:spPr>
            <a:xfrm>
              <a:off x="7068960" y="154008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3" name=""/>
            <p:cNvSpPr/>
            <p:nvPr/>
          </p:nvSpPr>
          <p:spPr>
            <a:xfrm>
              <a:off x="6622560" y="1537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4" name=""/>
            <p:cNvSpPr/>
            <p:nvPr/>
          </p:nvSpPr>
          <p:spPr>
            <a:xfrm>
              <a:off x="6622560" y="2221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05" name=""/>
          <p:cNvGrpSpPr/>
          <p:nvPr/>
        </p:nvGrpSpPr>
        <p:grpSpPr>
          <a:xfrm>
            <a:off x="6622920" y="2494080"/>
            <a:ext cx="647640" cy="686880"/>
            <a:chOff x="6622920" y="2494080"/>
            <a:chExt cx="647640" cy="686880"/>
          </a:xfrm>
        </p:grpSpPr>
        <p:sp>
          <p:nvSpPr>
            <p:cNvPr id="506" name=""/>
            <p:cNvSpPr/>
            <p:nvPr/>
          </p:nvSpPr>
          <p:spPr>
            <a:xfrm>
              <a:off x="6622920" y="24940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7" name=""/>
            <p:cNvSpPr/>
            <p:nvPr/>
          </p:nvSpPr>
          <p:spPr>
            <a:xfrm>
              <a:off x="7069320" y="24969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8" name=""/>
            <p:cNvSpPr/>
            <p:nvPr/>
          </p:nvSpPr>
          <p:spPr>
            <a:xfrm>
              <a:off x="6622920" y="2494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9" name=""/>
            <p:cNvSpPr/>
            <p:nvPr/>
          </p:nvSpPr>
          <p:spPr>
            <a:xfrm>
              <a:off x="6622920" y="3178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10" name=""/>
          <p:cNvSpPr/>
          <p:nvPr/>
        </p:nvSpPr>
        <p:spPr>
          <a:xfrm>
            <a:off x="7248960" y="1836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7248960" y="2772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 flipV="1">
            <a:off x="6146280" y="1872720"/>
            <a:ext cx="2106720" cy="72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6146280" y="2163600"/>
            <a:ext cx="2106720" cy="615600"/>
          </a:xfrm>
          <a:prstGeom prst="line">
            <a:avLst/>
          </a:prstGeom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8597520" y="1688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8633880" y="26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16" name=""/>
          <p:cNvGrpSpPr/>
          <p:nvPr/>
        </p:nvGrpSpPr>
        <p:grpSpPr>
          <a:xfrm>
            <a:off x="3742920" y="1321560"/>
            <a:ext cx="647640" cy="686880"/>
            <a:chOff x="3742920" y="1321560"/>
            <a:chExt cx="647640" cy="686880"/>
          </a:xfrm>
        </p:grpSpPr>
        <p:sp>
          <p:nvSpPr>
            <p:cNvPr id="517" name=""/>
            <p:cNvSpPr/>
            <p:nvPr/>
          </p:nvSpPr>
          <p:spPr>
            <a:xfrm>
              <a:off x="3742920" y="132156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8" name=""/>
            <p:cNvSpPr/>
            <p:nvPr/>
          </p:nvSpPr>
          <p:spPr>
            <a:xfrm>
              <a:off x="4189320" y="132444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19" name=""/>
            <p:cNvSpPr/>
            <p:nvPr/>
          </p:nvSpPr>
          <p:spPr>
            <a:xfrm>
              <a:off x="3742920" y="1321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0" name=""/>
            <p:cNvSpPr/>
            <p:nvPr/>
          </p:nvSpPr>
          <p:spPr>
            <a:xfrm>
              <a:off x="3742920" y="2005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21" name=""/>
          <p:cNvSpPr/>
          <p:nvPr/>
        </p:nvSpPr>
        <p:spPr>
          <a:xfrm>
            <a:off x="4405320" y="1620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4495320" y="166536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23" name=""/>
          <p:cNvGrpSpPr/>
          <p:nvPr/>
        </p:nvGrpSpPr>
        <p:grpSpPr>
          <a:xfrm>
            <a:off x="3743280" y="2725920"/>
            <a:ext cx="647640" cy="686880"/>
            <a:chOff x="3743280" y="2725920"/>
            <a:chExt cx="647640" cy="686880"/>
          </a:xfrm>
        </p:grpSpPr>
        <p:sp>
          <p:nvSpPr>
            <p:cNvPr id="524" name=""/>
            <p:cNvSpPr/>
            <p:nvPr/>
          </p:nvSpPr>
          <p:spPr>
            <a:xfrm>
              <a:off x="3743280" y="272592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5" name=""/>
            <p:cNvSpPr/>
            <p:nvPr/>
          </p:nvSpPr>
          <p:spPr>
            <a:xfrm>
              <a:off x="4189680" y="272880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6" name=""/>
            <p:cNvSpPr/>
            <p:nvPr/>
          </p:nvSpPr>
          <p:spPr>
            <a:xfrm>
              <a:off x="3743280" y="2725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27" name=""/>
            <p:cNvSpPr/>
            <p:nvPr/>
          </p:nvSpPr>
          <p:spPr>
            <a:xfrm>
              <a:off x="3743280" y="3409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28" name=""/>
          <p:cNvSpPr/>
          <p:nvPr/>
        </p:nvSpPr>
        <p:spPr>
          <a:xfrm>
            <a:off x="4405680" y="302508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4495680" y="306972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3400200" y="258660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3400200" y="216144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3400200" y="258660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3400200" y="178092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3400200" y="2971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3400560" y="1783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 flipV="1">
            <a:off x="6146280" y="205740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 flipV="1">
            <a:off x="6146280" y="259776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6146280" y="2057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6146640" y="2705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3171600" y="1600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3171960" y="3148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3171600" y="1586520"/>
            <a:ext cx="360" cy="1600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2595960" y="2392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>
            <a:off x="2485800" y="1407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2485800" y="3315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1369800" y="2057400"/>
            <a:ext cx="1214640" cy="685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Pulse Transition 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>
            <a:off x="1141200" y="2394000"/>
            <a:ext cx="2286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525240" y="2214000"/>
            <a:ext cx="623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 flipV="1">
            <a:off x="7338960" y="1864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 flipV="1">
            <a:off x="7338960" y="2800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>
            <a:off x="2127600" y="1251000"/>
            <a:ext cx="29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2127600" y="3129840"/>
            <a:ext cx="3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J-K Flip 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54" name=""/>
          <p:cNvGrpSpPr/>
          <p:nvPr/>
        </p:nvGrpSpPr>
        <p:grpSpPr>
          <a:xfrm>
            <a:off x="6622560" y="1537200"/>
            <a:ext cx="647640" cy="686880"/>
            <a:chOff x="6622560" y="1537200"/>
            <a:chExt cx="647640" cy="686880"/>
          </a:xfrm>
        </p:grpSpPr>
        <p:sp>
          <p:nvSpPr>
            <p:cNvPr id="555" name=""/>
            <p:cNvSpPr/>
            <p:nvPr/>
          </p:nvSpPr>
          <p:spPr>
            <a:xfrm>
              <a:off x="6622560" y="153720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6" name=""/>
            <p:cNvSpPr/>
            <p:nvPr/>
          </p:nvSpPr>
          <p:spPr>
            <a:xfrm>
              <a:off x="7068960" y="154008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7" name=""/>
            <p:cNvSpPr/>
            <p:nvPr/>
          </p:nvSpPr>
          <p:spPr>
            <a:xfrm>
              <a:off x="6622560" y="1537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58" name=""/>
            <p:cNvSpPr/>
            <p:nvPr/>
          </p:nvSpPr>
          <p:spPr>
            <a:xfrm>
              <a:off x="6622560" y="2221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59" name=""/>
          <p:cNvGrpSpPr/>
          <p:nvPr/>
        </p:nvGrpSpPr>
        <p:grpSpPr>
          <a:xfrm>
            <a:off x="6622920" y="2494080"/>
            <a:ext cx="647640" cy="686880"/>
            <a:chOff x="6622920" y="2494080"/>
            <a:chExt cx="647640" cy="686880"/>
          </a:xfrm>
        </p:grpSpPr>
        <p:sp>
          <p:nvSpPr>
            <p:cNvPr id="560" name=""/>
            <p:cNvSpPr/>
            <p:nvPr/>
          </p:nvSpPr>
          <p:spPr>
            <a:xfrm>
              <a:off x="6622920" y="24940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1" name=""/>
            <p:cNvSpPr/>
            <p:nvPr/>
          </p:nvSpPr>
          <p:spPr>
            <a:xfrm>
              <a:off x="7069320" y="24969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2" name=""/>
            <p:cNvSpPr/>
            <p:nvPr/>
          </p:nvSpPr>
          <p:spPr>
            <a:xfrm>
              <a:off x="6622920" y="2494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63" name=""/>
            <p:cNvSpPr/>
            <p:nvPr/>
          </p:nvSpPr>
          <p:spPr>
            <a:xfrm>
              <a:off x="6622920" y="3178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64" name=""/>
          <p:cNvSpPr/>
          <p:nvPr/>
        </p:nvSpPr>
        <p:spPr>
          <a:xfrm>
            <a:off x="7248960" y="1836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>
            <a:off x="7248960" y="2772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 flipV="1">
            <a:off x="6146280" y="1872720"/>
            <a:ext cx="2106720" cy="72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6146280" y="2163600"/>
            <a:ext cx="2106720" cy="615600"/>
          </a:xfrm>
          <a:prstGeom prst="line">
            <a:avLst/>
          </a:prstGeom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8597520" y="1688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"/>
          <p:cNvSpPr/>
          <p:nvPr/>
        </p:nvSpPr>
        <p:spPr>
          <a:xfrm>
            <a:off x="8633880" y="26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70" name=""/>
          <p:cNvGrpSpPr/>
          <p:nvPr/>
        </p:nvGrpSpPr>
        <p:grpSpPr>
          <a:xfrm>
            <a:off x="3742920" y="1321560"/>
            <a:ext cx="647640" cy="686880"/>
            <a:chOff x="3742920" y="1321560"/>
            <a:chExt cx="647640" cy="686880"/>
          </a:xfrm>
        </p:grpSpPr>
        <p:sp>
          <p:nvSpPr>
            <p:cNvPr id="571" name=""/>
            <p:cNvSpPr/>
            <p:nvPr/>
          </p:nvSpPr>
          <p:spPr>
            <a:xfrm>
              <a:off x="3742920" y="132156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2" name=""/>
            <p:cNvSpPr/>
            <p:nvPr/>
          </p:nvSpPr>
          <p:spPr>
            <a:xfrm>
              <a:off x="4189320" y="132444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3" name=""/>
            <p:cNvSpPr/>
            <p:nvPr/>
          </p:nvSpPr>
          <p:spPr>
            <a:xfrm>
              <a:off x="3742920" y="1321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4" name=""/>
            <p:cNvSpPr/>
            <p:nvPr/>
          </p:nvSpPr>
          <p:spPr>
            <a:xfrm>
              <a:off x="3742920" y="2005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75" name=""/>
          <p:cNvSpPr/>
          <p:nvPr/>
        </p:nvSpPr>
        <p:spPr>
          <a:xfrm>
            <a:off x="4405320" y="1620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4495320" y="166536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577" name=""/>
          <p:cNvGrpSpPr/>
          <p:nvPr/>
        </p:nvGrpSpPr>
        <p:grpSpPr>
          <a:xfrm>
            <a:off x="3743280" y="2725920"/>
            <a:ext cx="647640" cy="686880"/>
            <a:chOff x="3743280" y="2725920"/>
            <a:chExt cx="647640" cy="686880"/>
          </a:xfrm>
        </p:grpSpPr>
        <p:sp>
          <p:nvSpPr>
            <p:cNvPr id="578" name=""/>
            <p:cNvSpPr/>
            <p:nvPr/>
          </p:nvSpPr>
          <p:spPr>
            <a:xfrm>
              <a:off x="3743280" y="272592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79" name=""/>
            <p:cNvSpPr/>
            <p:nvPr/>
          </p:nvSpPr>
          <p:spPr>
            <a:xfrm>
              <a:off x="4189680" y="272880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0" name=""/>
            <p:cNvSpPr/>
            <p:nvPr/>
          </p:nvSpPr>
          <p:spPr>
            <a:xfrm>
              <a:off x="3743280" y="2725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81" name=""/>
            <p:cNvSpPr/>
            <p:nvPr/>
          </p:nvSpPr>
          <p:spPr>
            <a:xfrm>
              <a:off x="3743280" y="3409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582" name=""/>
          <p:cNvSpPr/>
          <p:nvPr/>
        </p:nvSpPr>
        <p:spPr>
          <a:xfrm>
            <a:off x="4405680" y="302508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>
            <a:off x="4495680" y="306972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>
            <a:off x="3400200" y="258660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3400200" y="216144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3400200" y="258660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3400200" y="178092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3400200" y="2971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3400560" y="1783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 flipV="1">
            <a:off x="6146280" y="205740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 flipV="1">
            <a:off x="6146280" y="259776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6146280" y="2057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6146640" y="2705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3171600" y="1600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>
            <a:off x="3171960" y="3148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3171600" y="1586520"/>
            <a:ext cx="360" cy="1600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2595960" y="2392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2485800" y="1407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2485800" y="3315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1369800" y="2057400"/>
            <a:ext cx="1214640" cy="685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Pulse Transition 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1141200" y="2394000"/>
            <a:ext cx="2286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525240" y="2214000"/>
            <a:ext cx="623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 flipV="1">
            <a:off x="7338960" y="1864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 flipV="1">
            <a:off x="7338960" y="2800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2127600" y="1251000"/>
            <a:ext cx="29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2127600" y="3129840"/>
            <a:ext cx="3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1824840" y="12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1825200" y="3135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2725560" y="21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4490280" y="266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4490640" y="1299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>
            <a:off x="6185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6221520" y="2372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J-K Flip 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15" name=""/>
          <p:cNvGrpSpPr/>
          <p:nvPr/>
        </p:nvGrpSpPr>
        <p:grpSpPr>
          <a:xfrm>
            <a:off x="6622560" y="1537200"/>
            <a:ext cx="647640" cy="686880"/>
            <a:chOff x="6622560" y="1537200"/>
            <a:chExt cx="647640" cy="686880"/>
          </a:xfrm>
        </p:grpSpPr>
        <p:sp>
          <p:nvSpPr>
            <p:cNvPr id="616" name=""/>
            <p:cNvSpPr/>
            <p:nvPr/>
          </p:nvSpPr>
          <p:spPr>
            <a:xfrm>
              <a:off x="6622560" y="153720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7" name=""/>
            <p:cNvSpPr/>
            <p:nvPr/>
          </p:nvSpPr>
          <p:spPr>
            <a:xfrm>
              <a:off x="7068960" y="154008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8" name=""/>
            <p:cNvSpPr/>
            <p:nvPr/>
          </p:nvSpPr>
          <p:spPr>
            <a:xfrm>
              <a:off x="6622560" y="1537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19" name=""/>
            <p:cNvSpPr/>
            <p:nvPr/>
          </p:nvSpPr>
          <p:spPr>
            <a:xfrm>
              <a:off x="6622560" y="2221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20" name=""/>
          <p:cNvGrpSpPr/>
          <p:nvPr/>
        </p:nvGrpSpPr>
        <p:grpSpPr>
          <a:xfrm>
            <a:off x="6622920" y="2494080"/>
            <a:ext cx="647640" cy="686880"/>
            <a:chOff x="6622920" y="2494080"/>
            <a:chExt cx="647640" cy="686880"/>
          </a:xfrm>
        </p:grpSpPr>
        <p:sp>
          <p:nvSpPr>
            <p:cNvPr id="621" name=""/>
            <p:cNvSpPr/>
            <p:nvPr/>
          </p:nvSpPr>
          <p:spPr>
            <a:xfrm>
              <a:off x="6622920" y="24940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2" name=""/>
            <p:cNvSpPr/>
            <p:nvPr/>
          </p:nvSpPr>
          <p:spPr>
            <a:xfrm>
              <a:off x="7069320" y="24969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3" name=""/>
            <p:cNvSpPr/>
            <p:nvPr/>
          </p:nvSpPr>
          <p:spPr>
            <a:xfrm>
              <a:off x="6622920" y="2494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24" name=""/>
            <p:cNvSpPr/>
            <p:nvPr/>
          </p:nvSpPr>
          <p:spPr>
            <a:xfrm>
              <a:off x="6622920" y="3178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25" name=""/>
          <p:cNvSpPr/>
          <p:nvPr/>
        </p:nvSpPr>
        <p:spPr>
          <a:xfrm>
            <a:off x="7248960" y="1836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"/>
          <p:cNvSpPr/>
          <p:nvPr/>
        </p:nvSpPr>
        <p:spPr>
          <a:xfrm>
            <a:off x="7248960" y="2772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 flipV="1">
            <a:off x="6146280" y="1872720"/>
            <a:ext cx="2106720" cy="72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6146280" y="2163600"/>
            <a:ext cx="2106720" cy="615600"/>
          </a:xfrm>
          <a:prstGeom prst="line">
            <a:avLst/>
          </a:prstGeom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>
            <a:off x="8597520" y="1688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Q=0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8633880" y="2624400"/>
            <a:ext cx="73836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Q’=1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31" name=""/>
          <p:cNvGrpSpPr/>
          <p:nvPr/>
        </p:nvGrpSpPr>
        <p:grpSpPr>
          <a:xfrm>
            <a:off x="3742920" y="1321560"/>
            <a:ext cx="647640" cy="686880"/>
            <a:chOff x="3742920" y="1321560"/>
            <a:chExt cx="647640" cy="686880"/>
          </a:xfrm>
        </p:grpSpPr>
        <p:sp>
          <p:nvSpPr>
            <p:cNvPr id="632" name=""/>
            <p:cNvSpPr/>
            <p:nvPr/>
          </p:nvSpPr>
          <p:spPr>
            <a:xfrm>
              <a:off x="3742920" y="132156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3" name=""/>
            <p:cNvSpPr/>
            <p:nvPr/>
          </p:nvSpPr>
          <p:spPr>
            <a:xfrm>
              <a:off x="4189320" y="132444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4" name=""/>
            <p:cNvSpPr/>
            <p:nvPr/>
          </p:nvSpPr>
          <p:spPr>
            <a:xfrm>
              <a:off x="3742920" y="1321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35" name=""/>
            <p:cNvSpPr/>
            <p:nvPr/>
          </p:nvSpPr>
          <p:spPr>
            <a:xfrm>
              <a:off x="3742920" y="2005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36" name=""/>
          <p:cNvSpPr/>
          <p:nvPr/>
        </p:nvSpPr>
        <p:spPr>
          <a:xfrm>
            <a:off x="4405320" y="1620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>
            <a:off x="4495320" y="166536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38" name=""/>
          <p:cNvGrpSpPr/>
          <p:nvPr/>
        </p:nvGrpSpPr>
        <p:grpSpPr>
          <a:xfrm>
            <a:off x="3743280" y="2725920"/>
            <a:ext cx="647640" cy="686880"/>
            <a:chOff x="3743280" y="2725920"/>
            <a:chExt cx="647640" cy="686880"/>
          </a:xfrm>
        </p:grpSpPr>
        <p:sp>
          <p:nvSpPr>
            <p:cNvPr id="639" name=""/>
            <p:cNvSpPr/>
            <p:nvPr/>
          </p:nvSpPr>
          <p:spPr>
            <a:xfrm>
              <a:off x="3743280" y="272592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0" name=""/>
            <p:cNvSpPr/>
            <p:nvPr/>
          </p:nvSpPr>
          <p:spPr>
            <a:xfrm>
              <a:off x="4189680" y="272880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1" name=""/>
            <p:cNvSpPr/>
            <p:nvPr/>
          </p:nvSpPr>
          <p:spPr>
            <a:xfrm>
              <a:off x="3743280" y="2725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42" name=""/>
            <p:cNvSpPr/>
            <p:nvPr/>
          </p:nvSpPr>
          <p:spPr>
            <a:xfrm>
              <a:off x="3743280" y="3409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43" name=""/>
          <p:cNvSpPr/>
          <p:nvPr/>
        </p:nvSpPr>
        <p:spPr>
          <a:xfrm>
            <a:off x="4405680" y="302508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>
            <a:off x="4495680" y="306972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3400200" y="258660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3400200" y="216144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3400200" y="258660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3400200" y="178092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3400200" y="2971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3400560" y="1783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"/>
          <p:cNvSpPr/>
          <p:nvPr/>
        </p:nvSpPr>
        <p:spPr>
          <a:xfrm flipV="1">
            <a:off x="6146280" y="205740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 flipV="1">
            <a:off x="6146280" y="259776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6146280" y="2057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6146640" y="2705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>
            <a:off x="3171600" y="1600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3171960" y="3148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"/>
          <p:cNvSpPr/>
          <p:nvPr/>
        </p:nvSpPr>
        <p:spPr>
          <a:xfrm>
            <a:off x="3171600" y="1586520"/>
            <a:ext cx="360" cy="1600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2595960" y="2392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"/>
          <p:cNvSpPr/>
          <p:nvPr/>
        </p:nvSpPr>
        <p:spPr>
          <a:xfrm>
            <a:off x="2485800" y="1407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2485800" y="3315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"/>
          <p:cNvSpPr/>
          <p:nvPr/>
        </p:nvSpPr>
        <p:spPr>
          <a:xfrm>
            <a:off x="1369800" y="2057400"/>
            <a:ext cx="1214640" cy="685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Pulse Transition 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1141200" y="2394000"/>
            <a:ext cx="2286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"/>
          <p:cNvSpPr/>
          <p:nvPr/>
        </p:nvSpPr>
        <p:spPr>
          <a:xfrm>
            <a:off x="525240" y="2214000"/>
            <a:ext cx="623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 flipV="1">
            <a:off x="7338960" y="1864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 flipV="1">
            <a:off x="7338960" y="2800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2127600" y="1251000"/>
            <a:ext cx="29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2127600" y="3129840"/>
            <a:ext cx="3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1824840" y="12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>
            <a:off x="1825200" y="3135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2725560" y="21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4490280" y="266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>
            <a:off x="4490640" y="1299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6185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>
            <a:off x="6221520" y="2480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3377520" y="2480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3449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J-K Flip 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78" name=""/>
          <p:cNvGrpSpPr/>
          <p:nvPr/>
        </p:nvGrpSpPr>
        <p:grpSpPr>
          <a:xfrm>
            <a:off x="6622560" y="1537200"/>
            <a:ext cx="647640" cy="686880"/>
            <a:chOff x="6622560" y="1537200"/>
            <a:chExt cx="647640" cy="686880"/>
          </a:xfrm>
        </p:grpSpPr>
        <p:sp>
          <p:nvSpPr>
            <p:cNvPr id="679" name=""/>
            <p:cNvSpPr/>
            <p:nvPr/>
          </p:nvSpPr>
          <p:spPr>
            <a:xfrm>
              <a:off x="6622560" y="153720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0" name=""/>
            <p:cNvSpPr/>
            <p:nvPr/>
          </p:nvSpPr>
          <p:spPr>
            <a:xfrm>
              <a:off x="7068960" y="154008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1" name=""/>
            <p:cNvSpPr/>
            <p:nvPr/>
          </p:nvSpPr>
          <p:spPr>
            <a:xfrm>
              <a:off x="6622560" y="1537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2" name=""/>
            <p:cNvSpPr/>
            <p:nvPr/>
          </p:nvSpPr>
          <p:spPr>
            <a:xfrm>
              <a:off x="6622560" y="2221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683" name=""/>
          <p:cNvGrpSpPr/>
          <p:nvPr/>
        </p:nvGrpSpPr>
        <p:grpSpPr>
          <a:xfrm>
            <a:off x="6622920" y="2494080"/>
            <a:ext cx="647640" cy="686880"/>
            <a:chOff x="6622920" y="2494080"/>
            <a:chExt cx="647640" cy="686880"/>
          </a:xfrm>
        </p:grpSpPr>
        <p:sp>
          <p:nvSpPr>
            <p:cNvPr id="684" name=""/>
            <p:cNvSpPr/>
            <p:nvPr/>
          </p:nvSpPr>
          <p:spPr>
            <a:xfrm>
              <a:off x="6622920" y="24940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5" name=""/>
            <p:cNvSpPr/>
            <p:nvPr/>
          </p:nvSpPr>
          <p:spPr>
            <a:xfrm>
              <a:off x="7069320" y="24969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6" name=""/>
            <p:cNvSpPr/>
            <p:nvPr/>
          </p:nvSpPr>
          <p:spPr>
            <a:xfrm>
              <a:off x="6622920" y="2494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87" name=""/>
            <p:cNvSpPr/>
            <p:nvPr/>
          </p:nvSpPr>
          <p:spPr>
            <a:xfrm>
              <a:off x="6622920" y="3178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88" name=""/>
          <p:cNvSpPr/>
          <p:nvPr/>
        </p:nvSpPr>
        <p:spPr>
          <a:xfrm>
            <a:off x="7248960" y="1836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7248960" y="2772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 flipV="1">
            <a:off x="6146280" y="1872720"/>
            <a:ext cx="2106720" cy="72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6146280" y="2163600"/>
            <a:ext cx="2106720" cy="615600"/>
          </a:xfrm>
          <a:prstGeom prst="line">
            <a:avLst/>
          </a:prstGeom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8597520" y="1688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Q=1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8633880" y="2624400"/>
            <a:ext cx="73836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Q’=0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694" name=""/>
          <p:cNvGrpSpPr/>
          <p:nvPr/>
        </p:nvGrpSpPr>
        <p:grpSpPr>
          <a:xfrm>
            <a:off x="3742920" y="1321560"/>
            <a:ext cx="647640" cy="686880"/>
            <a:chOff x="3742920" y="1321560"/>
            <a:chExt cx="647640" cy="686880"/>
          </a:xfrm>
        </p:grpSpPr>
        <p:sp>
          <p:nvSpPr>
            <p:cNvPr id="695" name=""/>
            <p:cNvSpPr/>
            <p:nvPr/>
          </p:nvSpPr>
          <p:spPr>
            <a:xfrm>
              <a:off x="3742920" y="132156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6" name=""/>
            <p:cNvSpPr/>
            <p:nvPr/>
          </p:nvSpPr>
          <p:spPr>
            <a:xfrm>
              <a:off x="4189320" y="132444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7" name=""/>
            <p:cNvSpPr/>
            <p:nvPr/>
          </p:nvSpPr>
          <p:spPr>
            <a:xfrm>
              <a:off x="3742920" y="1321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98" name=""/>
            <p:cNvSpPr/>
            <p:nvPr/>
          </p:nvSpPr>
          <p:spPr>
            <a:xfrm>
              <a:off x="3742920" y="2005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699" name=""/>
          <p:cNvSpPr/>
          <p:nvPr/>
        </p:nvSpPr>
        <p:spPr>
          <a:xfrm>
            <a:off x="4405320" y="1620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4495320" y="166536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01" name=""/>
          <p:cNvGrpSpPr/>
          <p:nvPr/>
        </p:nvGrpSpPr>
        <p:grpSpPr>
          <a:xfrm>
            <a:off x="3743280" y="2725920"/>
            <a:ext cx="647640" cy="686880"/>
            <a:chOff x="3743280" y="2725920"/>
            <a:chExt cx="647640" cy="686880"/>
          </a:xfrm>
        </p:grpSpPr>
        <p:sp>
          <p:nvSpPr>
            <p:cNvPr id="702" name=""/>
            <p:cNvSpPr/>
            <p:nvPr/>
          </p:nvSpPr>
          <p:spPr>
            <a:xfrm>
              <a:off x="3743280" y="272592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3" name=""/>
            <p:cNvSpPr/>
            <p:nvPr/>
          </p:nvSpPr>
          <p:spPr>
            <a:xfrm>
              <a:off x="4189680" y="272880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4" name=""/>
            <p:cNvSpPr/>
            <p:nvPr/>
          </p:nvSpPr>
          <p:spPr>
            <a:xfrm>
              <a:off x="3743280" y="2725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05" name=""/>
            <p:cNvSpPr/>
            <p:nvPr/>
          </p:nvSpPr>
          <p:spPr>
            <a:xfrm>
              <a:off x="3743280" y="3409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06" name=""/>
          <p:cNvSpPr/>
          <p:nvPr/>
        </p:nvSpPr>
        <p:spPr>
          <a:xfrm>
            <a:off x="4405680" y="302508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4495680" y="306972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3400200" y="258660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3400200" y="216144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3400200" y="258660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3400200" y="178092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3400200" y="2971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3400560" y="1783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 flipV="1">
            <a:off x="6146280" y="205740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 flipV="1">
            <a:off x="6146280" y="259776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6146280" y="2057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>
            <a:off x="6146640" y="2705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3171600" y="1600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3171960" y="3148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>
            <a:off x="3171600" y="1586520"/>
            <a:ext cx="360" cy="1600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2595960" y="2392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2485800" y="1407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2485800" y="3315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1369800" y="2057400"/>
            <a:ext cx="1214640" cy="685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Pulse Transition 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1141200" y="2394000"/>
            <a:ext cx="2286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525240" y="2214000"/>
            <a:ext cx="623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 flipV="1">
            <a:off x="7338960" y="1864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 flipV="1">
            <a:off x="7338960" y="2800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2127600" y="1251000"/>
            <a:ext cx="29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>
            <a:off x="2127600" y="3129840"/>
            <a:ext cx="3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1824840" y="12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1825200" y="3135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2725560" y="21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4490280" y="266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4490640" y="1299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6185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6221520" y="2480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3377520" y="2480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3449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J-K Flip 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41" name=""/>
          <p:cNvGrpSpPr/>
          <p:nvPr/>
        </p:nvGrpSpPr>
        <p:grpSpPr>
          <a:xfrm>
            <a:off x="6622560" y="1537200"/>
            <a:ext cx="647640" cy="686880"/>
            <a:chOff x="6622560" y="1537200"/>
            <a:chExt cx="647640" cy="686880"/>
          </a:xfrm>
        </p:grpSpPr>
        <p:sp>
          <p:nvSpPr>
            <p:cNvPr id="742" name=""/>
            <p:cNvSpPr/>
            <p:nvPr/>
          </p:nvSpPr>
          <p:spPr>
            <a:xfrm>
              <a:off x="6622560" y="153720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3" name=""/>
            <p:cNvSpPr/>
            <p:nvPr/>
          </p:nvSpPr>
          <p:spPr>
            <a:xfrm>
              <a:off x="7068960" y="154008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4" name=""/>
            <p:cNvSpPr/>
            <p:nvPr/>
          </p:nvSpPr>
          <p:spPr>
            <a:xfrm>
              <a:off x="6622560" y="1537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5" name=""/>
            <p:cNvSpPr/>
            <p:nvPr/>
          </p:nvSpPr>
          <p:spPr>
            <a:xfrm>
              <a:off x="6622560" y="222120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746" name=""/>
          <p:cNvGrpSpPr/>
          <p:nvPr/>
        </p:nvGrpSpPr>
        <p:grpSpPr>
          <a:xfrm>
            <a:off x="6622920" y="2494080"/>
            <a:ext cx="647640" cy="686880"/>
            <a:chOff x="6622920" y="2494080"/>
            <a:chExt cx="647640" cy="686880"/>
          </a:xfrm>
        </p:grpSpPr>
        <p:sp>
          <p:nvSpPr>
            <p:cNvPr id="747" name=""/>
            <p:cNvSpPr/>
            <p:nvPr/>
          </p:nvSpPr>
          <p:spPr>
            <a:xfrm>
              <a:off x="6622920" y="24940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8" name=""/>
            <p:cNvSpPr/>
            <p:nvPr/>
          </p:nvSpPr>
          <p:spPr>
            <a:xfrm>
              <a:off x="7069320" y="24969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49" name=""/>
            <p:cNvSpPr/>
            <p:nvPr/>
          </p:nvSpPr>
          <p:spPr>
            <a:xfrm>
              <a:off x="6622920" y="2494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0" name=""/>
            <p:cNvSpPr/>
            <p:nvPr/>
          </p:nvSpPr>
          <p:spPr>
            <a:xfrm>
              <a:off x="6622920" y="31780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51" name=""/>
          <p:cNvSpPr/>
          <p:nvPr/>
        </p:nvSpPr>
        <p:spPr>
          <a:xfrm>
            <a:off x="7248960" y="1836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7248960" y="2772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 flipV="1">
            <a:off x="6146280" y="1872720"/>
            <a:ext cx="2106720" cy="72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"/>
          <p:cNvSpPr/>
          <p:nvPr/>
        </p:nvSpPr>
        <p:spPr>
          <a:xfrm>
            <a:off x="6146280" y="2163600"/>
            <a:ext cx="2106720" cy="615600"/>
          </a:xfrm>
          <a:prstGeom prst="line">
            <a:avLst/>
          </a:prstGeom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8597520" y="1688400"/>
            <a:ext cx="35604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8633880" y="2624400"/>
            <a:ext cx="96696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7" name=""/>
          <p:cNvGrpSpPr/>
          <p:nvPr/>
        </p:nvGrpSpPr>
        <p:grpSpPr>
          <a:xfrm>
            <a:off x="3742920" y="1321560"/>
            <a:ext cx="647640" cy="686880"/>
            <a:chOff x="3742920" y="1321560"/>
            <a:chExt cx="647640" cy="686880"/>
          </a:xfrm>
        </p:grpSpPr>
        <p:sp>
          <p:nvSpPr>
            <p:cNvPr id="758" name=""/>
            <p:cNvSpPr/>
            <p:nvPr/>
          </p:nvSpPr>
          <p:spPr>
            <a:xfrm>
              <a:off x="3742920" y="132156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59" name=""/>
            <p:cNvSpPr/>
            <p:nvPr/>
          </p:nvSpPr>
          <p:spPr>
            <a:xfrm>
              <a:off x="4189320" y="132444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0" name=""/>
            <p:cNvSpPr/>
            <p:nvPr/>
          </p:nvSpPr>
          <p:spPr>
            <a:xfrm>
              <a:off x="3742920" y="1321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1" name=""/>
            <p:cNvSpPr/>
            <p:nvPr/>
          </p:nvSpPr>
          <p:spPr>
            <a:xfrm>
              <a:off x="3742920" y="200556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62" name=""/>
          <p:cNvSpPr/>
          <p:nvPr/>
        </p:nvSpPr>
        <p:spPr>
          <a:xfrm>
            <a:off x="4405320" y="162072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>
            <a:off x="4495320" y="166536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64" name=""/>
          <p:cNvGrpSpPr/>
          <p:nvPr/>
        </p:nvGrpSpPr>
        <p:grpSpPr>
          <a:xfrm>
            <a:off x="3743280" y="2725920"/>
            <a:ext cx="647640" cy="686880"/>
            <a:chOff x="3743280" y="2725920"/>
            <a:chExt cx="647640" cy="686880"/>
          </a:xfrm>
        </p:grpSpPr>
        <p:sp>
          <p:nvSpPr>
            <p:cNvPr id="765" name=""/>
            <p:cNvSpPr/>
            <p:nvPr/>
          </p:nvSpPr>
          <p:spPr>
            <a:xfrm>
              <a:off x="3743280" y="272592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6" name=""/>
            <p:cNvSpPr/>
            <p:nvPr/>
          </p:nvSpPr>
          <p:spPr>
            <a:xfrm>
              <a:off x="4189680" y="272880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7" name=""/>
            <p:cNvSpPr/>
            <p:nvPr/>
          </p:nvSpPr>
          <p:spPr>
            <a:xfrm>
              <a:off x="3743280" y="2725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68" name=""/>
            <p:cNvSpPr/>
            <p:nvPr/>
          </p:nvSpPr>
          <p:spPr>
            <a:xfrm>
              <a:off x="3743280" y="340992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69" name=""/>
          <p:cNvSpPr/>
          <p:nvPr/>
        </p:nvSpPr>
        <p:spPr>
          <a:xfrm>
            <a:off x="4405680" y="3025080"/>
            <a:ext cx="89640" cy="8964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19800" bIns="198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4495680" y="3069720"/>
            <a:ext cx="212724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>
            <a:off x="3400200" y="258660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3400200" y="2161440"/>
            <a:ext cx="2746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>
            <a:off x="3400200" y="258660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>
            <a:off x="3400200" y="1780920"/>
            <a:ext cx="360" cy="385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3400200" y="2971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3400560" y="1783800"/>
            <a:ext cx="343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 flipV="1">
            <a:off x="6146280" y="205740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 flipV="1">
            <a:off x="6146280" y="2597760"/>
            <a:ext cx="360" cy="10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6146280" y="2057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6146640" y="2705400"/>
            <a:ext cx="4762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3171600" y="1600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3171960" y="3148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3171600" y="1586520"/>
            <a:ext cx="360" cy="1600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2595960" y="2392200"/>
            <a:ext cx="5713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2485800" y="1407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2485800" y="3315600"/>
            <a:ext cx="125712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1369800" y="2057400"/>
            <a:ext cx="1214640" cy="685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Pulse Transition Detector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1141200" y="2394000"/>
            <a:ext cx="2286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525240" y="2214000"/>
            <a:ext cx="62388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 flipV="1">
            <a:off x="7338960" y="1864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 flipV="1">
            <a:off x="7338960" y="2800800"/>
            <a:ext cx="1258560" cy="79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37080" bIns="-37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2127600" y="1251000"/>
            <a:ext cx="2948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2127600" y="3129840"/>
            <a:ext cx="3326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1824840" y="12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1825200" y="3135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2725560" y="2127600"/>
            <a:ext cx="30672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3449880" y="1724400"/>
            <a:ext cx="46764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 Flip-Flop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Convert T Flip-Flop to JK FF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00" name=""/>
          <p:cNvGrpSpPr/>
          <p:nvPr/>
        </p:nvGrpSpPr>
        <p:grpSpPr>
          <a:xfrm>
            <a:off x="601200" y="1143000"/>
            <a:ext cx="2462040" cy="1143000"/>
            <a:chOff x="601200" y="1143000"/>
            <a:chExt cx="2462040" cy="1143000"/>
          </a:xfrm>
        </p:grpSpPr>
        <p:sp>
          <p:nvSpPr>
            <p:cNvPr id="801" name=""/>
            <p:cNvSpPr/>
            <p:nvPr/>
          </p:nvSpPr>
          <p:spPr>
            <a:xfrm>
              <a:off x="1371600" y="1143000"/>
              <a:ext cx="914400" cy="1143000"/>
            </a:xfrm>
            <a:prstGeom prst="rect">
              <a:avLst/>
            </a:pr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2" name=""/>
            <p:cNvSpPr/>
            <p:nvPr/>
          </p:nvSpPr>
          <p:spPr>
            <a:xfrm>
              <a:off x="914400" y="1371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3" name=""/>
            <p:cNvSpPr/>
            <p:nvPr/>
          </p:nvSpPr>
          <p:spPr>
            <a:xfrm>
              <a:off x="2282400" y="1371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4" name=""/>
            <p:cNvSpPr/>
            <p:nvPr/>
          </p:nvSpPr>
          <p:spPr>
            <a:xfrm>
              <a:off x="2282400" y="2055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5" name=""/>
            <p:cNvSpPr txBox="1"/>
            <p:nvPr/>
          </p:nvSpPr>
          <p:spPr>
            <a:xfrm>
              <a:off x="601200" y="1191600"/>
              <a:ext cx="31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T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6" name=""/>
            <p:cNvSpPr txBox="1"/>
            <p:nvPr/>
          </p:nvSpPr>
          <p:spPr>
            <a:xfrm>
              <a:off x="2653560" y="1191600"/>
              <a:ext cx="31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Q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7" name=""/>
            <p:cNvSpPr txBox="1"/>
            <p:nvPr/>
          </p:nvSpPr>
          <p:spPr>
            <a:xfrm>
              <a:off x="2653920" y="1875600"/>
              <a:ext cx="40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Q’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aphicFrame>
        <p:nvGraphicFramePr>
          <p:cNvPr id="808" name=""/>
          <p:cNvGraphicFramePr/>
          <p:nvPr/>
        </p:nvGraphicFramePr>
        <p:xfrm>
          <a:off x="666720" y="2722680"/>
          <a:ext cx="2069280" cy="1359720"/>
        </p:xfrm>
        <a:graphic>
          <a:graphicData uri="http://schemas.openxmlformats.org/drawingml/2006/table">
            <a:tbl>
              <a:tblPr/>
              <a:tblGrid>
                <a:gridCol w="689760"/>
                <a:gridCol w="689760"/>
                <a:gridCol w="689760"/>
              </a:tblGrid>
              <a:tr h="3877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77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09" name=""/>
          <p:cNvGraphicFramePr/>
          <p:nvPr/>
        </p:nvGraphicFramePr>
        <p:xfrm>
          <a:off x="5526720" y="1210680"/>
          <a:ext cx="2974680" cy="3116520"/>
        </p:xfrm>
        <a:graphic>
          <a:graphicData uri="http://schemas.openxmlformats.org/drawingml/2006/table">
            <a:tbl>
              <a:tblPr/>
              <a:tblGrid>
                <a:gridCol w="743760"/>
                <a:gridCol w="743760"/>
                <a:gridCol w="743760"/>
                <a:gridCol w="7434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Convert T Flip-Flop to JK FF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939600" y="1143000"/>
            <a:ext cx="914400" cy="1143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482400" y="1371600"/>
            <a:ext cx="457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1850400" y="1371600"/>
            <a:ext cx="457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1850400" y="2055600"/>
            <a:ext cx="4572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169200" y="1191600"/>
            <a:ext cx="319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2221560" y="1191600"/>
            <a:ext cx="31932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2221920" y="1875600"/>
            <a:ext cx="40932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Q’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18" name=""/>
          <p:cNvGraphicFramePr/>
          <p:nvPr/>
        </p:nvGraphicFramePr>
        <p:xfrm>
          <a:off x="2718720" y="1210680"/>
          <a:ext cx="2069280" cy="1359720"/>
        </p:xfrm>
        <a:graphic>
          <a:graphicData uri="http://schemas.openxmlformats.org/drawingml/2006/table">
            <a:tbl>
              <a:tblPr/>
              <a:tblGrid>
                <a:gridCol w="689760"/>
                <a:gridCol w="689760"/>
                <a:gridCol w="689760"/>
              </a:tblGrid>
              <a:tr h="3877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77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808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19" name=""/>
          <p:cNvGraphicFramePr/>
          <p:nvPr/>
        </p:nvGraphicFramePr>
        <p:xfrm>
          <a:off x="5526720" y="1210680"/>
          <a:ext cx="2974680" cy="3116520"/>
        </p:xfrm>
        <a:graphic>
          <a:graphicData uri="http://schemas.openxmlformats.org/drawingml/2006/table">
            <a:tbl>
              <a:tblPr/>
              <a:tblGrid>
                <a:gridCol w="743760"/>
                <a:gridCol w="743760"/>
                <a:gridCol w="743760"/>
                <a:gridCol w="743400"/>
                <a:gridCol w="7434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J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2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1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n+1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0" name=""/>
          <p:cNvSpPr/>
          <p:nvPr/>
        </p:nvSpPr>
        <p:spPr>
          <a:xfrm>
            <a:off x="5029200" y="2586600"/>
            <a:ext cx="359640" cy="359640"/>
          </a:xfrm>
          <a:prstGeom prst="sun">
            <a:avLst>
              <a:gd name="adj" fmla="val 25000"/>
            </a:avLst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"/>
          <p:cNvSpPr/>
          <p:nvPr/>
        </p:nvSpPr>
        <p:spPr>
          <a:xfrm>
            <a:off x="5029200" y="2910600"/>
            <a:ext cx="359640" cy="359640"/>
          </a:xfrm>
          <a:prstGeom prst="sun">
            <a:avLst>
              <a:gd name="adj" fmla="val 25000"/>
            </a:avLst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>
            <a:off x="5029200" y="3630600"/>
            <a:ext cx="359640" cy="359640"/>
          </a:xfrm>
          <a:prstGeom prst="sun">
            <a:avLst>
              <a:gd name="adj" fmla="val 25000"/>
            </a:avLst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5029200" y="3990600"/>
            <a:ext cx="359640" cy="359640"/>
          </a:xfrm>
          <a:prstGeom prst="sun">
            <a:avLst>
              <a:gd name="adj" fmla="val 25000"/>
            </a:avLst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24" name=""/>
          <p:cNvGraphicFramePr/>
          <p:nvPr/>
        </p:nvGraphicFramePr>
        <p:xfrm>
          <a:off x="738720" y="3586680"/>
          <a:ext cx="3090240" cy="1038600"/>
        </p:xfrm>
        <a:graphic>
          <a:graphicData uri="http://schemas.openxmlformats.org/drawingml/2006/table">
            <a:tbl>
              <a:tblPr/>
              <a:tblGrid>
                <a:gridCol w="749880"/>
                <a:gridCol w="486360"/>
                <a:gridCol w="618120"/>
                <a:gridCol w="618120"/>
                <a:gridCol w="61812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</a:t>
                      </a: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\JK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0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5" name=""/>
          <p:cNvSpPr/>
          <p:nvPr/>
        </p:nvSpPr>
        <p:spPr>
          <a:xfrm>
            <a:off x="2671200" y="3853800"/>
            <a:ext cx="1143000" cy="45720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2023200" y="4214160"/>
            <a:ext cx="1143000" cy="457200"/>
          </a:xfrm>
          <a:prstGeom prst="ellipse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3828960" y="4114800"/>
            <a:ext cx="285840" cy="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"/>
          <p:cNvSpPr/>
          <p:nvPr/>
        </p:nvSpPr>
        <p:spPr>
          <a:xfrm>
            <a:off x="2586600" y="4671360"/>
            <a:ext cx="0" cy="35784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4114800" y="3949200"/>
            <a:ext cx="6062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JQ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n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’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340000" y="4978080"/>
            <a:ext cx="59364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KQ</a:t>
            </a:r>
            <a:r>
              <a:rPr b="0" lang="en-US" sz="1200" spc="-1" strike="noStrike">
                <a:solidFill>
                  <a:srgbClr val="000000"/>
                </a:solidFill>
                <a:latin typeface="Arial"/>
              </a:rPr>
              <a:t>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title"/>
          </p:nvPr>
        </p:nvSpPr>
        <p:spPr>
          <a:xfrm>
            <a:off x="143280" y="71280"/>
            <a:ext cx="9528840" cy="64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Convert T Flip-Flop to JK FF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3131280" y="1897920"/>
            <a:ext cx="3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>
            <a:off x="3577680" y="1900800"/>
            <a:ext cx="201240" cy="684000"/>
          </a:xfrm>
          <a:custGeom>
            <a:avLst/>
            <a:gdLst>
              <a:gd name="textAreaLeft" fmla="*/ 0 w 201240"/>
              <a:gd name="textAreaRight" fmla="*/ 203040 w 201240"/>
              <a:gd name="textAreaTop" fmla="*/ 0 h 684000"/>
              <a:gd name="textAreaBottom" fmla="*/ 685800 h 684000"/>
            </a:gdLst>
            <a:ahLst/>
            <a:rect l="textAreaLeft" t="textAreaTop" r="textAreaRight" b="textAreaBottom"/>
            <a:pathLst>
              <a:path fill="none" w="564" h="1905">
                <a:moveTo>
                  <a:pt x="0" y="0"/>
                </a:moveTo>
                <a:cubicBezTo>
                  <a:pt x="1270" y="953"/>
                  <a:pt x="0" y="1905"/>
                  <a:pt x="0" y="1905"/>
                </a:cubicBezTo>
              </a:path>
            </a:pathLst>
          </a:cu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3131280" y="1897920"/>
            <a:ext cx="446400" cy="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3131280" y="2581920"/>
            <a:ext cx="446400" cy="2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2120" bIns="-421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36" name=""/>
          <p:cNvGrpSpPr/>
          <p:nvPr/>
        </p:nvGrpSpPr>
        <p:grpSpPr>
          <a:xfrm>
            <a:off x="3131640" y="3086280"/>
            <a:ext cx="647640" cy="686880"/>
            <a:chOff x="3131640" y="3086280"/>
            <a:chExt cx="647640" cy="686880"/>
          </a:xfrm>
        </p:grpSpPr>
        <p:sp>
          <p:nvSpPr>
            <p:cNvPr id="837" name=""/>
            <p:cNvSpPr/>
            <p:nvPr/>
          </p:nvSpPr>
          <p:spPr>
            <a:xfrm>
              <a:off x="3131640" y="3086280"/>
              <a:ext cx="360" cy="68580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8" name=""/>
            <p:cNvSpPr/>
            <p:nvPr/>
          </p:nvSpPr>
          <p:spPr>
            <a:xfrm>
              <a:off x="3578040" y="3089160"/>
              <a:ext cx="201240" cy="684000"/>
            </a:xfrm>
            <a:custGeom>
              <a:avLst/>
              <a:gdLst>
                <a:gd name="textAreaLeft" fmla="*/ 0 w 201240"/>
                <a:gd name="textAreaRight" fmla="*/ 203040 w 201240"/>
                <a:gd name="textAreaTop" fmla="*/ 0 h 684000"/>
                <a:gd name="textAreaBottom" fmla="*/ 685800 h 684000"/>
              </a:gdLst>
              <a:ahLst/>
              <a:rect l="textAreaLeft" t="textAreaTop" r="textAreaRight" b="textAreaBottom"/>
              <a:pathLst>
                <a:path fill="none" w="564" h="1905">
                  <a:moveTo>
                    <a:pt x="0" y="0"/>
                  </a:moveTo>
                  <a:cubicBezTo>
                    <a:pt x="1270" y="953"/>
                    <a:pt x="0" y="1905"/>
                    <a:pt x="0" y="1905"/>
                  </a:cubicBezTo>
                </a:path>
              </a:pathLst>
            </a:cu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39" name=""/>
            <p:cNvSpPr/>
            <p:nvPr/>
          </p:nvSpPr>
          <p:spPr>
            <a:xfrm>
              <a:off x="3131640" y="30862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0" name=""/>
            <p:cNvSpPr/>
            <p:nvPr/>
          </p:nvSpPr>
          <p:spPr>
            <a:xfrm>
              <a:off x="3131640" y="3770280"/>
              <a:ext cx="446400" cy="288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2120" bIns="-4212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41" name=""/>
          <p:cNvSpPr/>
          <p:nvPr/>
        </p:nvSpPr>
        <p:spPr>
          <a:xfrm>
            <a:off x="2824200" y="2404800"/>
            <a:ext cx="3070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2824560" y="3304800"/>
            <a:ext cx="3070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2367000" y="3639600"/>
            <a:ext cx="76464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2367000" y="2055600"/>
            <a:ext cx="76464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45" name=""/>
          <p:cNvGrpSpPr/>
          <p:nvPr/>
        </p:nvGrpSpPr>
        <p:grpSpPr>
          <a:xfrm>
            <a:off x="5384520" y="2403000"/>
            <a:ext cx="2462040" cy="1143000"/>
            <a:chOff x="5384520" y="2403000"/>
            <a:chExt cx="2462040" cy="1143000"/>
          </a:xfrm>
        </p:grpSpPr>
        <p:sp>
          <p:nvSpPr>
            <p:cNvPr id="846" name=""/>
            <p:cNvSpPr/>
            <p:nvPr/>
          </p:nvSpPr>
          <p:spPr>
            <a:xfrm>
              <a:off x="6154920" y="2403000"/>
              <a:ext cx="914400" cy="1143000"/>
            </a:xfrm>
            <a:prstGeom prst="rect">
              <a:avLst/>
            </a:prstGeom>
            <a:noFill/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7" name=""/>
            <p:cNvSpPr/>
            <p:nvPr/>
          </p:nvSpPr>
          <p:spPr>
            <a:xfrm>
              <a:off x="5697720" y="2631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8" name=""/>
            <p:cNvSpPr/>
            <p:nvPr/>
          </p:nvSpPr>
          <p:spPr>
            <a:xfrm>
              <a:off x="7065720" y="2631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49" name=""/>
            <p:cNvSpPr/>
            <p:nvPr/>
          </p:nvSpPr>
          <p:spPr>
            <a:xfrm>
              <a:off x="7065720" y="3315600"/>
              <a:ext cx="457200" cy="0"/>
            </a:xfrm>
            <a:prstGeom prst="line">
              <a:avLst/>
            </a:prstGeom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0" name=""/>
            <p:cNvSpPr txBox="1"/>
            <p:nvPr/>
          </p:nvSpPr>
          <p:spPr>
            <a:xfrm>
              <a:off x="5384520" y="2451600"/>
              <a:ext cx="31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T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1" name=""/>
            <p:cNvSpPr txBox="1"/>
            <p:nvPr/>
          </p:nvSpPr>
          <p:spPr>
            <a:xfrm>
              <a:off x="7436880" y="2451600"/>
              <a:ext cx="31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Q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52" name=""/>
            <p:cNvSpPr txBox="1"/>
            <p:nvPr/>
          </p:nvSpPr>
          <p:spPr>
            <a:xfrm>
              <a:off x="7437240" y="3135600"/>
              <a:ext cx="409320" cy="3463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90000" rIns="90000" tIns="45000" bIns="45000" anchor="t">
              <a:noAutofit/>
            </a:bodyPr>
            <a:p>
              <a:r>
                <a:rPr b="0" lang="en-US" sz="1800" spc="-1" strike="noStrike">
                  <a:solidFill>
                    <a:srgbClr val="000000"/>
                  </a:solidFill>
                  <a:latin typeface="Arial"/>
                </a:rPr>
                <a:t>Q’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853" name=""/>
          <p:cNvSpPr/>
          <p:nvPr/>
        </p:nvSpPr>
        <p:spPr>
          <a:xfrm>
            <a:off x="7167600" y="3315600"/>
            <a:ext cx="0" cy="689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2367000" y="4005000"/>
            <a:ext cx="48006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 flipV="1">
            <a:off x="2367000" y="3639600"/>
            <a:ext cx="0" cy="365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 flipH="1">
            <a:off x="7167600" y="1701000"/>
            <a:ext cx="360" cy="914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2367360" y="1701000"/>
            <a:ext cx="480060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 flipV="1">
            <a:off x="2367000" y="1695960"/>
            <a:ext cx="0" cy="365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2473200" y="3137400"/>
            <a:ext cx="2952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J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2466000" y="2239200"/>
            <a:ext cx="333000" cy="34632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"/>
          <p:cNvSpPr/>
          <p:nvPr/>
        </p:nvSpPr>
        <p:spPr>
          <a:xfrm>
            <a:off x="4369680" y="2297160"/>
            <a:ext cx="201240" cy="684000"/>
          </a:xfrm>
          <a:custGeom>
            <a:avLst/>
            <a:gdLst>
              <a:gd name="textAreaLeft" fmla="*/ 0 w 201240"/>
              <a:gd name="textAreaRight" fmla="*/ 203040 w 201240"/>
              <a:gd name="textAreaTop" fmla="*/ 0 h 684000"/>
              <a:gd name="textAreaBottom" fmla="*/ 685800 h 684000"/>
            </a:gdLst>
            <a:ahLst/>
            <a:rect l="textAreaLeft" t="textAreaTop" r="textAreaRight" b="textAreaBottom"/>
            <a:pathLst>
              <a:path fill="none" w="564" h="1905">
                <a:moveTo>
                  <a:pt x="0" y="0"/>
                </a:moveTo>
                <a:cubicBezTo>
                  <a:pt x="1270" y="953"/>
                  <a:pt x="0" y="1905"/>
                  <a:pt x="0" y="1905"/>
                </a:cubicBezTo>
              </a:path>
            </a:pathLst>
          </a:cu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4369680" y="2297160"/>
            <a:ext cx="597240" cy="684360"/>
          </a:xfrm>
          <a:custGeom>
            <a:avLst/>
            <a:gdLst>
              <a:gd name="textAreaLeft" fmla="*/ 0 w 597240"/>
              <a:gd name="textAreaRight" fmla="*/ 601560 w 597240"/>
              <a:gd name="textAreaTop" fmla="*/ 0 h 684360"/>
              <a:gd name="textAreaBottom" fmla="*/ 686160 h 684360"/>
            </a:gdLst>
            <a:ahLst/>
            <a:rect l="textAreaLeft" t="textAreaTop" r="textAreaRight" b="textAreaBottom"/>
            <a:pathLst>
              <a:path fill="none" w="564" h="1905">
                <a:moveTo>
                  <a:pt x="0" y="0"/>
                </a:moveTo>
                <a:cubicBezTo>
                  <a:pt x="1270" y="953"/>
                  <a:pt x="0" y="1905"/>
                  <a:pt x="0" y="1905"/>
                </a:cubicBezTo>
              </a:path>
            </a:pathLst>
          </a:cu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"/>
          <p:cNvSpPr/>
          <p:nvPr/>
        </p:nvSpPr>
        <p:spPr>
          <a:xfrm>
            <a:off x="4966920" y="2633400"/>
            <a:ext cx="6004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"/>
          <p:cNvSpPr/>
          <p:nvPr/>
        </p:nvSpPr>
        <p:spPr>
          <a:xfrm>
            <a:off x="4156560" y="2404800"/>
            <a:ext cx="3070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4156920" y="2872800"/>
            <a:ext cx="3070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4188960" y="2891160"/>
            <a:ext cx="0" cy="4572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 flipV="1">
            <a:off x="4195800" y="2176200"/>
            <a:ext cx="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3778920" y="2176200"/>
            <a:ext cx="41688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"/>
          <p:cNvSpPr/>
          <p:nvPr/>
        </p:nvSpPr>
        <p:spPr>
          <a:xfrm>
            <a:off x="3779280" y="3391200"/>
            <a:ext cx="416520" cy="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737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2025-11-04T15:11:23Z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