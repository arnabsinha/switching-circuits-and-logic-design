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4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7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0.xml.rels" ContentType="application/vnd.openxmlformats-package.relationships+xml"/>
  <Override PartName="/ppt/slideMasters/_rels/slideMaster4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48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49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43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44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37.xml.rels" ContentType="application/vnd.openxmlformats-package.relationships+xml"/>
  <Override PartName="/ppt/slideMasters/_rels/slideMaster38.xml.rels" ContentType="application/vnd.openxmlformats-package.relationships+xml"/>
  <Override PartName="/ppt/slideMasters/_rels/slideMaster39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42.xml.rels" ContentType="application/vnd.openxmlformats-package.relationships+xml"/>
  <Override PartName="/ppt/slideMasters/_rels/slideMaster31.xml.rels" ContentType="application/vnd.openxmlformats-package.relationships+xml"/>
  <Override PartName="/ppt/slideMasters/slideMaster2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29.xml" ContentType="application/vnd.openxmlformats-officedocument.theme+xml"/>
  <Override PartName="/ppt/theme/theme28.xml" ContentType="application/vnd.openxmlformats-officedocument.theme+xml"/>
  <Override PartName="/ppt/theme/theme27.xml" ContentType="application/vnd.openxmlformats-officedocument.theme+xml"/>
  <Override PartName="/ppt/theme/theme26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48.xml" ContentType="application/vnd.openxmlformats-officedocument.theme+xml"/>
  <Override PartName="/ppt/theme/theme2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40.xml" ContentType="application/vnd.openxmlformats-officedocument.theme+xml"/>
  <Override PartName="/ppt/theme/theme39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47.xml" ContentType="application/vnd.openxmlformats-officedocument.theme+xml"/>
  <Override PartName="/ppt/theme/theme10.xml" ContentType="application/vnd.openxmlformats-officedocument.theme+xml"/>
  <Override PartName="/ppt/theme/theme36.xml" ContentType="application/vnd.openxmlformats-officedocument.theme+xml"/>
  <Override PartName="/ppt/theme/theme9.xml" ContentType="application/vnd.openxmlformats-officedocument.theme+xml"/>
  <Override PartName="/ppt/theme/theme46.xml" ContentType="application/vnd.openxmlformats-officedocument.theme+xml"/>
  <Override PartName="/ppt/theme/theme8.xml" ContentType="application/vnd.openxmlformats-officedocument.theme+xml"/>
  <Override PartName="/ppt/theme/theme35.xml" ContentType="application/vnd.openxmlformats-officedocument.theme+xml"/>
  <Override PartName="/ppt/theme/theme7.xml" ContentType="application/vnd.openxmlformats-officedocument.theme+xml"/>
  <Override PartName="/ppt/theme/theme34.xml" ContentType="application/vnd.openxmlformats-officedocument.theme+xml"/>
  <Override PartName="/ppt/theme/theme6.xml" ContentType="application/vnd.openxmlformats-officedocument.theme+xml"/>
  <Override PartName="/ppt/theme/theme33.xml" ContentType="application/vnd.openxmlformats-officedocument.theme+xml"/>
  <Override PartName="/ppt/theme/theme5.xml" ContentType="application/vnd.openxmlformats-officedocument.theme+xml"/>
  <Override PartName="/ppt/theme/theme32.xml" ContentType="application/vnd.openxmlformats-officedocument.theme+xml"/>
  <Override PartName="/ppt/theme/theme4.xml" ContentType="application/vnd.openxmlformats-officedocument.theme+xml"/>
  <Override PartName="/ppt/theme/theme31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12.xml" ContentType="application/vnd.openxmlformats-officedocument.theme+xml"/>
  <Override PartName="/ppt/theme/theme49.xml" ContentType="application/vnd.openxmlformats-officedocument.theme+xml"/>
  <Override PartName="/ppt/slideLayouts/slideLayout22.xml" ContentType="application/vnd.openxmlformats-officedocument.presentationml.slideLayout+xml"/>
  <Override PartName="/ppt/slideLayouts/_rels/slideLayout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  <p:sldMasterId id="2147483712" r:id="rId34"/>
    <p:sldMasterId id="2147483714" r:id="rId35"/>
    <p:sldMasterId id="2147483716" r:id="rId36"/>
    <p:sldMasterId id="2147483718" r:id="rId37"/>
    <p:sldMasterId id="2147483720" r:id="rId38"/>
    <p:sldMasterId id="2147483722" r:id="rId39"/>
    <p:sldMasterId id="2147483724" r:id="rId40"/>
    <p:sldMasterId id="2147483726" r:id="rId41"/>
    <p:sldMasterId id="2147483728" r:id="rId42"/>
    <p:sldMasterId id="2147483730" r:id="rId43"/>
    <p:sldMasterId id="2147483732" r:id="rId44"/>
    <p:sldMasterId id="2147483734" r:id="rId45"/>
    <p:sldMasterId id="2147483736" r:id="rId46"/>
    <p:sldMasterId id="2147483738" r:id="rId47"/>
    <p:sldMasterId id="2147483740" r:id="rId48"/>
    <p:sldMasterId id="2147483742" r:id="rId49"/>
    <p:sldMasterId id="2147483744" r:id="rId50"/>
  </p:sldMasterIdLst>
  <p:sldIdLst>
    <p:sldId id="256" r:id="rId51"/>
    <p:sldId id="257" r:id="rId52"/>
    <p:sldId id="258" r:id="rId53"/>
    <p:sldId id="259" r:id="rId54"/>
  </p:sldIdLst>
  <p:sldSz cx="10077450" cy="5668963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Master" Target="slideMasters/slideMaster44.xml"/><Relationship Id="rId46" Type="http://schemas.openxmlformats.org/officeDocument/2006/relationships/slideMaster" Target="slideMasters/slideMaster45.xml"/><Relationship Id="rId47" Type="http://schemas.openxmlformats.org/officeDocument/2006/relationships/slideMaster" Target="slideMasters/slideMaster46.xml"/><Relationship Id="rId48" Type="http://schemas.openxmlformats.org/officeDocument/2006/relationships/slideMaster" Target="slideMasters/slideMaster47.xml"/><Relationship Id="rId49" Type="http://schemas.openxmlformats.org/officeDocument/2006/relationships/slideMaster" Target="slideMasters/slideMaster48.xml"/><Relationship Id="rId50" Type="http://schemas.openxmlformats.org/officeDocument/2006/relationships/slideMaster" Target="slideMasters/slideMaster49.xml"/><Relationship Id="rId51" Type="http://schemas.openxmlformats.org/officeDocument/2006/relationships/slide" Target="slides/slide1.xml"/><Relationship Id="rId52" Type="http://schemas.openxmlformats.org/officeDocument/2006/relationships/slide" Target="slides/slide2.xml"/><Relationship Id="rId53" Type="http://schemas.openxmlformats.org/officeDocument/2006/relationships/slide" Target="slides/slide3.xml"/><Relationship Id="rId54" Type="http://schemas.openxmlformats.org/officeDocument/2006/relationships/slide" Target="slides/slide4.xml"/><Relationship Id="rId5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2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3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7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8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59040" cy="32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OBJECT_OVE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59040" cy="156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503280" y="3038760"/>
            <a:ext cx="9059040" cy="156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FOUR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0800" cy="156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5145480" y="1325880"/>
            <a:ext cx="4420800" cy="156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503280" y="3038760"/>
            <a:ext cx="4420800" cy="156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5145480" y="3038760"/>
            <a:ext cx="4420800" cy="156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59040" cy="32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0800" cy="32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5145480" y="1325880"/>
            <a:ext cx="4420800" cy="32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WO_OBJECTS_AND_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0800" cy="156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5145480" y="1325880"/>
            <a:ext cx="4420800" cy="32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/>
          </p:nvPr>
        </p:nvSpPr>
        <p:spPr>
          <a:xfrm>
            <a:off x="503280" y="3038760"/>
            <a:ext cx="4420800" cy="156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OBJECT_AND_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0800" cy="32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5145480" y="1325880"/>
            <a:ext cx="4420800" cy="156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/>
          </p:nvPr>
        </p:nvSpPr>
        <p:spPr>
          <a:xfrm>
            <a:off x="5145480" y="3038760"/>
            <a:ext cx="4420800" cy="156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WO_OBJECTS_OVE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0800" cy="156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5145480" y="1325880"/>
            <a:ext cx="4420800" cy="156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503280" y="3038760"/>
            <a:ext cx="9059040" cy="156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59040" cy="32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59040" cy="32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59040" cy="156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/>
          </p:nvPr>
        </p:nvSpPr>
        <p:spPr>
          <a:xfrm>
            <a:off x="503280" y="3038760"/>
            <a:ext cx="9059040" cy="156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0800" cy="156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/>
          </p:nvPr>
        </p:nvSpPr>
        <p:spPr>
          <a:xfrm>
            <a:off x="5145480" y="1325880"/>
            <a:ext cx="4420800" cy="156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/>
          </p:nvPr>
        </p:nvSpPr>
        <p:spPr>
          <a:xfrm>
            <a:off x="503280" y="3038760"/>
            <a:ext cx="4420800" cy="156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PlaceHolder 5"/>
          <p:cNvSpPr>
            <a:spLocks noGrp="1"/>
          </p:cNvSpPr>
          <p:nvPr>
            <p:ph/>
          </p:nvPr>
        </p:nvSpPr>
        <p:spPr>
          <a:xfrm>
            <a:off x="5145480" y="3038760"/>
            <a:ext cx="4420800" cy="156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59040" cy="32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0800" cy="32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/>
          </p:nvPr>
        </p:nvSpPr>
        <p:spPr>
          <a:xfrm>
            <a:off x="5145480" y="1325880"/>
            <a:ext cx="4420800" cy="32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0800" cy="156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/>
          </p:nvPr>
        </p:nvSpPr>
        <p:spPr>
          <a:xfrm>
            <a:off x="5145480" y="1325880"/>
            <a:ext cx="4420800" cy="32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PlaceHolder 4"/>
          <p:cNvSpPr>
            <a:spLocks noGrp="1"/>
          </p:cNvSpPr>
          <p:nvPr>
            <p:ph/>
          </p:nvPr>
        </p:nvSpPr>
        <p:spPr>
          <a:xfrm>
            <a:off x="503280" y="3038760"/>
            <a:ext cx="4420800" cy="156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0800" cy="32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/>
          </p:nvPr>
        </p:nvSpPr>
        <p:spPr>
          <a:xfrm>
            <a:off x="5145480" y="1325880"/>
            <a:ext cx="4420800" cy="156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PlaceHolder 4"/>
          <p:cNvSpPr>
            <a:spLocks noGrp="1"/>
          </p:cNvSpPr>
          <p:nvPr>
            <p:ph/>
          </p:nvPr>
        </p:nvSpPr>
        <p:spPr>
          <a:xfrm>
            <a:off x="5145480" y="3038760"/>
            <a:ext cx="4420800" cy="156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0800" cy="156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/>
          </p:nvPr>
        </p:nvSpPr>
        <p:spPr>
          <a:xfrm>
            <a:off x="5145480" y="1325880"/>
            <a:ext cx="4420800" cy="156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PlaceHolder 4"/>
          <p:cNvSpPr>
            <a:spLocks noGrp="1"/>
          </p:cNvSpPr>
          <p:nvPr>
            <p:ph/>
          </p:nvPr>
        </p:nvSpPr>
        <p:spPr>
          <a:xfrm>
            <a:off x="503280" y="3038760"/>
            <a:ext cx="9059040" cy="156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59040" cy="156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/>
          </p:nvPr>
        </p:nvSpPr>
        <p:spPr>
          <a:xfrm>
            <a:off x="503280" y="3038760"/>
            <a:ext cx="9059040" cy="156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0800" cy="156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/>
          </p:nvPr>
        </p:nvSpPr>
        <p:spPr>
          <a:xfrm>
            <a:off x="5145480" y="1325880"/>
            <a:ext cx="4420800" cy="156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PlaceHolder 4"/>
          <p:cNvSpPr>
            <a:spLocks noGrp="1"/>
          </p:cNvSpPr>
          <p:nvPr>
            <p:ph/>
          </p:nvPr>
        </p:nvSpPr>
        <p:spPr>
          <a:xfrm>
            <a:off x="503280" y="3038760"/>
            <a:ext cx="4420800" cy="156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PlaceHolder 5"/>
          <p:cNvSpPr>
            <a:spLocks noGrp="1"/>
          </p:cNvSpPr>
          <p:nvPr>
            <p:ph/>
          </p:nvPr>
        </p:nvSpPr>
        <p:spPr>
          <a:xfrm>
            <a:off x="5145480" y="3038760"/>
            <a:ext cx="4420800" cy="156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59040" cy="32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59040" cy="32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0800" cy="32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/>
          </p:nvPr>
        </p:nvSpPr>
        <p:spPr>
          <a:xfrm>
            <a:off x="5145480" y="1325880"/>
            <a:ext cx="4420800" cy="32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0800" cy="156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/>
          </p:nvPr>
        </p:nvSpPr>
        <p:spPr>
          <a:xfrm>
            <a:off x="5145480" y="1325880"/>
            <a:ext cx="4420800" cy="32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PlaceHolder 4"/>
          <p:cNvSpPr>
            <a:spLocks noGrp="1"/>
          </p:cNvSpPr>
          <p:nvPr>
            <p:ph/>
          </p:nvPr>
        </p:nvSpPr>
        <p:spPr>
          <a:xfrm>
            <a:off x="503280" y="3038760"/>
            <a:ext cx="4420800" cy="156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0800" cy="32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/>
          </p:nvPr>
        </p:nvSpPr>
        <p:spPr>
          <a:xfrm>
            <a:off x="5145480" y="1325880"/>
            <a:ext cx="4420800" cy="156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PlaceHolder 4"/>
          <p:cNvSpPr>
            <a:spLocks noGrp="1"/>
          </p:cNvSpPr>
          <p:nvPr>
            <p:ph/>
          </p:nvPr>
        </p:nvSpPr>
        <p:spPr>
          <a:xfrm>
            <a:off x="5145480" y="3038760"/>
            <a:ext cx="4420800" cy="156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0800" cy="156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/>
          </p:nvPr>
        </p:nvSpPr>
        <p:spPr>
          <a:xfrm>
            <a:off x="5145480" y="1325880"/>
            <a:ext cx="4420800" cy="156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PlaceHolder 4"/>
          <p:cNvSpPr>
            <a:spLocks noGrp="1"/>
          </p:cNvSpPr>
          <p:nvPr>
            <p:ph/>
          </p:nvPr>
        </p:nvSpPr>
        <p:spPr>
          <a:xfrm>
            <a:off x="503280" y="3038760"/>
            <a:ext cx="9059040" cy="156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59040" cy="156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/>
          </p:nvPr>
        </p:nvSpPr>
        <p:spPr>
          <a:xfrm>
            <a:off x="503280" y="3038760"/>
            <a:ext cx="9059040" cy="156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0800" cy="156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/>
          </p:nvPr>
        </p:nvSpPr>
        <p:spPr>
          <a:xfrm>
            <a:off x="5145480" y="1325880"/>
            <a:ext cx="4420800" cy="156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PlaceHolder 4"/>
          <p:cNvSpPr>
            <a:spLocks noGrp="1"/>
          </p:cNvSpPr>
          <p:nvPr>
            <p:ph/>
          </p:nvPr>
        </p:nvSpPr>
        <p:spPr>
          <a:xfrm>
            <a:off x="503280" y="3038760"/>
            <a:ext cx="4420800" cy="156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" name="PlaceHolder 5"/>
          <p:cNvSpPr>
            <a:spLocks noGrp="1"/>
          </p:cNvSpPr>
          <p:nvPr>
            <p:ph/>
          </p:nvPr>
        </p:nvSpPr>
        <p:spPr>
          <a:xfrm>
            <a:off x="5145480" y="3038760"/>
            <a:ext cx="4420800" cy="156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59040" cy="32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59040" cy="32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0800" cy="32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" name="PlaceHolder 3"/>
          <p:cNvSpPr>
            <a:spLocks noGrp="1"/>
          </p:cNvSpPr>
          <p:nvPr>
            <p:ph/>
          </p:nvPr>
        </p:nvSpPr>
        <p:spPr>
          <a:xfrm>
            <a:off x="5145480" y="1325880"/>
            <a:ext cx="4420800" cy="32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2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0800" cy="156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3" name="PlaceHolder 3"/>
          <p:cNvSpPr>
            <a:spLocks noGrp="1"/>
          </p:cNvSpPr>
          <p:nvPr>
            <p:ph/>
          </p:nvPr>
        </p:nvSpPr>
        <p:spPr>
          <a:xfrm>
            <a:off x="5145480" y="1325880"/>
            <a:ext cx="4420800" cy="32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4" name="PlaceHolder 4"/>
          <p:cNvSpPr>
            <a:spLocks noGrp="1"/>
          </p:cNvSpPr>
          <p:nvPr>
            <p:ph/>
          </p:nvPr>
        </p:nvSpPr>
        <p:spPr>
          <a:xfrm>
            <a:off x="503280" y="3038760"/>
            <a:ext cx="4420800" cy="156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8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0800" cy="32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9" name="PlaceHolder 3"/>
          <p:cNvSpPr>
            <a:spLocks noGrp="1"/>
          </p:cNvSpPr>
          <p:nvPr>
            <p:ph/>
          </p:nvPr>
        </p:nvSpPr>
        <p:spPr>
          <a:xfrm>
            <a:off x="5145480" y="1325880"/>
            <a:ext cx="4420800" cy="156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0" name="PlaceHolder 4"/>
          <p:cNvSpPr>
            <a:spLocks noGrp="1"/>
          </p:cNvSpPr>
          <p:nvPr>
            <p:ph/>
          </p:nvPr>
        </p:nvSpPr>
        <p:spPr>
          <a:xfrm>
            <a:off x="5145480" y="3038760"/>
            <a:ext cx="4420800" cy="156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4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0800" cy="156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5" name="PlaceHolder 3"/>
          <p:cNvSpPr>
            <a:spLocks noGrp="1"/>
          </p:cNvSpPr>
          <p:nvPr>
            <p:ph/>
          </p:nvPr>
        </p:nvSpPr>
        <p:spPr>
          <a:xfrm>
            <a:off x="5145480" y="1325880"/>
            <a:ext cx="4420800" cy="156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6" name="PlaceHolder 4"/>
          <p:cNvSpPr>
            <a:spLocks noGrp="1"/>
          </p:cNvSpPr>
          <p:nvPr>
            <p:ph/>
          </p:nvPr>
        </p:nvSpPr>
        <p:spPr>
          <a:xfrm>
            <a:off x="503280" y="3038760"/>
            <a:ext cx="9059040" cy="156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slideLayout" Target="../slideLayouts/slideLayout32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slideLayout" Target="../slideLayouts/slideLayout33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slideLayout" Target="../slideLayouts/slideLayout34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slideLayout" Target="../slideLayouts/slideLayout35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slideLayout" Target="../slideLayouts/slideLayout36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37.xml"/><Relationship Id="rId2" Type="http://schemas.openxmlformats.org/officeDocument/2006/relationships/slideLayout" Target="../slideLayouts/slideLayout37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38.xml"/><Relationship Id="rId2" Type="http://schemas.openxmlformats.org/officeDocument/2006/relationships/slideLayout" Target="../slideLayouts/slideLayout38.xml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39.xml"/><Relationship Id="rId2" Type="http://schemas.openxmlformats.org/officeDocument/2006/relationships/slideLayout" Target="../slideLayouts/slideLayout39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40.xml"/><Relationship Id="rId2" Type="http://schemas.openxmlformats.org/officeDocument/2006/relationships/slideLayout" Target="../slideLayouts/slideLayout40.xml"/>
</Relationships>
</file>

<file path=ppt/slideMasters/_rels/slideMaster41.xml.rels><?xml version="1.0" encoding="UTF-8"?>
<Relationships xmlns="http://schemas.openxmlformats.org/package/2006/relationships"><Relationship Id="rId1" Type="http://schemas.openxmlformats.org/officeDocument/2006/relationships/theme" Target="../theme/theme41.xml"/><Relationship Id="rId2" Type="http://schemas.openxmlformats.org/officeDocument/2006/relationships/slideLayout" Target="../slideLayouts/slideLayout41.xml"/>
</Relationships>
</file>

<file path=ppt/slideMasters/_rels/slideMaster42.xml.rels><?xml version="1.0" encoding="UTF-8"?>
<Relationships xmlns="http://schemas.openxmlformats.org/package/2006/relationships"><Relationship Id="rId1" Type="http://schemas.openxmlformats.org/officeDocument/2006/relationships/theme" Target="../theme/theme42.xml"/><Relationship Id="rId2" Type="http://schemas.openxmlformats.org/officeDocument/2006/relationships/slideLayout" Target="../slideLayouts/slideLayout42.xml"/>
</Relationships>
</file>

<file path=ppt/slideMasters/_rels/slideMaster43.xml.rels><?xml version="1.0" encoding="UTF-8"?>
<Relationships xmlns="http://schemas.openxmlformats.org/package/2006/relationships"><Relationship Id="rId1" Type="http://schemas.openxmlformats.org/officeDocument/2006/relationships/theme" Target="../theme/theme43.xml"/><Relationship Id="rId2" Type="http://schemas.openxmlformats.org/officeDocument/2006/relationships/slideLayout" Target="../slideLayouts/slideLayout43.xml"/>
</Relationships>
</file>

<file path=ppt/slideMasters/_rels/slideMaster44.xml.rels><?xml version="1.0" encoding="UTF-8"?>
<Relationships xmlns="http://schemas.openxmlformats.org/package/2006/relationships"><Relationship Id="rId1" Type="http://schemas.openxmlformats.org/officeDocument/2006/relationships/theme" Target="../theme/theme44.xml"/><Relationship Id="rId2" Type="http://schemas.openxmlformats.org/officeDocument/2006/relationships/slideLayout" Target="../slideLayouts/slideLayout44.xml"/>
</Relationships>
</file>

<file path=ppt/slideMasters/_rels/slideMaster45.xml.rels><?xml version="1.0" encoding="UTF-8"?>
<Relationships xmlns="http://schemas.openxmlformats.org/package/2006/relationships"><Relationship Id="rId1" Type="http://schemas.openxmlformats.org/officeDocument/2006/relationships/theme" Target="../theme/theme45.xml"/><Relationship Id="rId2" Type="http://schemas.openxmlformats.org/officeDocument/2006/relationships/slideLayout" Target="../slideLayouts/slideLayout45.xml"/>
</Relationships>
</file>

<file path=ppt/slideMasters/_rels/slideMaster46.xml.rels><?xml version="1.0" encoding="UTF-8"?>
<Relationships xmlns="http://schemas.openxmlformats.org/package/2006/relationships"><Relationship Id="rId1" Type="http://schemas.openxmlformats.org/officeDocument/2006/relationships/theme" Target="../theme/theme46.xml"/><Relationship Id="rId2" Type="http://schemas.openxmlformats.org/officeDocument/2006/relationships/slideLayout" Target="../slideLayouts/slideLayout46.xml"/>
</Relationships>
</file>

<file path=ppt/slideMasters/_rels/slideMaster47.xml.rels><?xml version="1.0" encoding="UTF-8"?>
<Relationships xmlns="http://schemas.openxmlformats.org/package/2006/relationships"><Relationship Id="rId1" Type="http://schemas.openxmlformats.org/officeDocument/2006/relationships/theme" Target="../theme/theme47.xml"/><Relationship Id="rId2" Type="http://schemas.openxmlformats.org/officeDocument/2006/relationships/slideLayout" Target="../slideLayouts/slideLayout47.xml"/>
</Relationships>
</file>

<file path=ppt/slideMasters/_rels/slideMaster48.xml.rels><?xml version="1.0" encoding="UTF-8"?>
<Relationships xmlns="http://schemas.openxmlformats.org/package/2006/relationships"><Relationship Id="rId1" Type="http://schemas.openxmlformats.org/officeDocument/2006/relationships/theme" Target="../theme/theme48.xml"/><Relationship Id="rId2" Type="http://schemas.openxmlformats.org/officeDocument/2006/relationships/slideLayout" Target="../slideLayouts/slideLayout48.xml"/>
</Relationships>
</file>

<file path=ppt/slideMasters/_rels/slideMaster49.xml.rels><?xml version="1.0" encoding="UTF-8"?>
<Relationships xmlns="http://schemas.openxmlformats.org/package/2006/relationships"><Relationship Id="rId1" Type="http://schemas.openxmlformats.org/officeDocument/2006/relationships/theme" Target="../theme/theme49.xml"/><Relationship Id="rId2" Type="http://schemas.openxmlformats.org/officeDocument/2006/relationships/slideLayout" Target="../slideLayouts/slideLayout4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8;p1"/>
          <p:cNvSpPr/>
          <p:nvPr/>
        </p:nvSpPr>
        <p:spPr>
          <a:xfrm>
            <a:off x="4102200" y="4894560"/>
            <a:ext cx="438120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Google Shape;9;p1"/>
          <p:cNvSpPr/>
          <p:nvPr/>
        </p:nvSpPr>
        <p:spPr>
          <a:xfrm>
            <a:off x="25200" y="4627440"/>
            <a:ext cx="6108840" cy="9000"/>
          </a:xfrm>
          <a:custGeom>
            <a:avLst/>
            <a:gdLst>
              <a:gd name="textAreaLeft" fmla="*/ 0 w 6108840"/>
              <a:gd name="textAreaRight" fmla="*/ 6117840 w 6108840"/>
              <a:gd name="textAreaTop" fmla="*/ 0 h 9000"/>
              <a:gd name="textAreaBottom" fmla="*/ 18000 h 90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Google Shape;10;p1"/>
          <p:cNvSpPr/>
          <p:nvPr/>
        </p:nvSpPr>
        <p:spPr>
          <a:xfrm>
            <a:off x="3857400" y="5322960"/>
            <a:ext cx="6228720" cy="360"/>
          </a:xfrm>
          <a:custGeom>
            <a:avLst/>
            <a:gdLst>
              <a:gd name="textAreaLeft" fmla="*/ 0 w 6228720"/>
              <a:gd name="textAreaRight" fmla="*/ 6237720 w 622872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Google Shape;11;p1"/>
          <p:cNvSpPr/>
          <p:nvPr/>
        </p:nvSpPr>
        <p:spPr>
          <a:xfrm>
            <a:off x="4043160" y="4943520"/>
            <a:ext cx="360" cy="478440"/>
          </a:xfrm>
          <a:custGeom>
            <a:avLst/>
            <a:gdLst>
              <a:gd name="textAreaLeft" fmla="*/ 0 w 360"/>
              <a:gd name="textAreaRight" fmla="*/ 460800 w 360"/>
              <a:gd name="textAreaTop" fmla="*/ 0 h 478440"/>
              <a:gd name="textAreaBottom" fmla="*/ 487440 h 47844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59040" cy="32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"/>
          <p:cNvSpPr/>
          <p:nvPr/>
        </p:nvSpPr>
        <p:spPr>
          <a:xfrm>
            <a:off x="4102200" y="4894560"/>
            <a:ext cx="438120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Google Shape;9;p1"/>
          <p:cNvSpPr/>
          <p:nvPr/>
        </p:nvSpPr>
        <p:spPr>
          <a:xfrm>
            <a:off x="25200" y="4627440"/>
            <a:ext cx="6108840" cy="9000"/>
          </a:xfrm>
          <a:custGeom>
            <a:avLst/>
            <a:gdLst>
              <a:gd name="textAreaLeft" fmla="*/ 0 w 6108840"/>
              <a:gd name="textAreaRight" fmla="*/ 6117840 w 6108840"/>
              <a:gd name="textAreaTop" fmla="*/ 0 h 9000"/>
              <a:gd name="textAreaBottom" fmla="*/ 18000 h 90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Google Shape;10;p1"/>
          <p:cNvSpPr/>
          <p:nvPr/>
        </p:nvSpPr>
        <p:spPr>
          <a:xfrm>
            <a:off x="3857400" y="5322960"/>
            <a:ext cx="6228720" cy="360"/>
          </a:xfrm>
          <a:custGeom>
            <a:avLst/>
            <a:gdLst>
              <a:gd name="textAreaLeft" fmla="*/ 0 w 6228720"/>
              <a:gd name="textAreaRight" fmla="*/ 6237720 w 622872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4043160" y="4943520"/>
            <a:ext cx="360" cy="478440"/>
          </a:xfrm>
          <a:custGeom>
            <a:avLst/>
            <a:gdLst>
              <a:gd name="textAreaLeft" fmla="*/ 0 w 360"/>
              <a:gd name="textAreaRight" fmla="*/ 460800 w 360"/>
              <a:gd name="textAreaTop" fmla="*/ 0 h 478440"/>
              <a:gd name="textAreaBottom" fmla="*/ 487440 h 47844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59040" cy="156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503280" y="3038760"/>
            <a:ext cx="9059040" cy="156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8;p1"/>
          <p:cNvSpPr/>
          <p:nvPr/>
        </p:nvSpPr>
        <p:spPr>
          <a:xfrm>
            <a:off x="4102200" y="4894560"/>
            <a:ext cx="438120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Google Shape;9;p1"/>
          <p:cNvSpPr/>
          <p:nvPr/>
        </p:nvSpPr>
        <p:spPr>
          <a:xfrm>
            <a:off x="25200" y="4627440"/>
            <a:ext cx="6108840" cy="9000"/>
          </a:xfrm>
          <a:custGeom>
            <a:avLst/>
            <a:gdLst>
              <a:gd name="textAreaLeft" fmla="*/ 0 w 6108840"/>
              <a:gd name="textAreaRight" fmla="*/ 6117840 w 6108840"/>
              <a:gd name="textAreaTop" fmla="*/ 0 h 9000"/>
              <a:gd name="textAreaBottom" fmla="*/ 18000 h 90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Google Shape;10;p1"/>
          <p:cNvSpPr/>
          <p:nvPr/>
        </p:nvSpPr>
        <p:spPr>
          <a:xfrm>
            <a:off x="3857400" y="5322960"/>
            <a:ext cx="6228720" cy="360"/>
          </a:xfrm>
          <a:custGeom>
            <a:avLst/>
            <a:gdLst>
              <a:gd name="textAreaLeft" fmla="*/ 0 w 6228720"/>
              <a:gd name="textAreaRight" fmla="*/ 6237720 w 622872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Google Shape;11;p1"/>
          <p:cNvSpPr/>
          <p:nvPr/>
        </p:nvSpPr>
        <p:spPr>
          <a:xfrm>
            <a:off x="4043160" y="4943520"/>
            <a:ext cx="360" cy="478440"/>
          </a:xfrm>
          <a:custGeom>
            <a:avLst/>
            <a:gdLst>
              <a:gd name="textAreaLeft" fmla="*/ 0 w 360"/>
              <a:gd name="textAreaRight" fmla="*/ 460800 w 360"/>
              <a:gd name="textAreaTop" fmla="*/ 0 h 478440"/>
              <a:gd name="textAreaBottom" fmla="*/ 487440 h 47844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0440" cy="156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45480" y="1325880"/>
            <a:ext cx="4420440" cy="156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3280" y="3038760"/>
            <a:ext cx="4420440" cy="156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body"/>
          </p:nvPr>
        </p:nvSpPr>
        <p:spPr>
          <a:xfrm>
            <a:off x="5145480" y="3038760"/>
            <a:ext cx="4420440" cy="156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8;p1"/>
          <p:cNvSpPr/>
          <p:nvPr/>
        </p:nvSpPr>
        <p:spPr>
          <a:xfrm>
            <a:off x="4102200" y="4894560"/>
            <a:ext cx="438120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Google Shape;9;p1"/>
          <p:cNvSpPr/>
          <p:nvPr/>
        </p:nvSpPr>
        <p:spPr>
          <a:xfrm>
            <a:off x="25200" y="4627440"/>
            <a:ext cx="6108840" cy="9000"/>
          </a:xfrm>
          <a:custGeom>
            <a:avLst/>
            <a:gdLst>
              <a:gd name="textAreaLeft" fmla="*/ 0 w 6108840"/>
              <a:gd name="textAreaRight" fmla="*/ 6117840 w 6108840"/>
              <a:gd name="textAreaTop" fmla="*/ 0 h 9000"/>
              <a:gd name="textAreaBottom" fmla="*/ 18000 h 90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Google Shape;10;p1"/>
          <p:cNvSpPr/>
          <p:nvPr/>
        </p:nvSpPr>
        <p:spPr>
          <a:xfrm>
            <a:off x="3857400" y="5322960"/>
            <a:ext cx="6228720" cy="360"/>
          </a:xfrm>
          <a:custGeom>
            <a:avLst/>
            <a:gdLst>
              <a:gd name="textAreaLeft" fmla="*/ 0 w 6228720"/>
              <a:gd name="textAreaRight" fmla="*/ 6237720 w 622872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Google Shape;11;p1"/>
          <p:cNvSpPr/>
          <p:nvPr/>
        </p:nvSpPr>
        <p:spPr>
          <a:xfrm>
            <a:off x="4043160" y="4943520"/>
            <a:ext cx="360" cy="478440"/>
          </a:xfrm>
          <a:custGeom>
            <a:avLst/>
            <a:gdLst>
              <a:gd name="textAreaLeft" fmla="*/ 0 w 360"/>
              <a:gd name="textAreaRight" fmla="*/ 460800 w 360"/>
              <a:gd name="textAreaTop" fmla="*/ 0 h 478440"/>
              <a:gd name="textAreaBottom" fmla="*/ 487440 h 47844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8;p1"/>
          <p:cNvSpPr/>
          <p:nvPr/>
        </p:nvSpPr>
        <p:spPr>
          <a:xfrm>
            <a:off x="4102200" y="4894560"/>
            <a:ext cx="438120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Google Shape;9;p1"/>
          <p:cNvSpPr/>
          <p:nvPr/>
        </p:nvSpPr>
        <p:spPr>
          <a:xfrm>
            <a:off x="25200" y="4627440"/>
            <a:ext cx="6108840" cy="9000"/>
          </a:xfrm>
          <a:custGeom>
            <a:avLst/>
            <a:gdLst>
              <a:gd name="textAreaLeft" fmla="*/ 0 w 6108840"/>
              <a:gd name="textAreaRight" fmla="*/ 6117840 w 6108840"/>
              <a:gd name="textAreaTop" fmla="*/ 0 h 9000"/>
              <a:gd name="textAreaBottom" fmla="*/ 18000 h 90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Google Shape;10;p1"/>
          <p:cNvSpPr/>
          <p:nvPr/>
        </p:nvSpPr>
        <p:spPr>
          <a:xfrm>
            <a:off x="3857400" y="5322960"/>
            <a:ext cx="6228720" cy="360"/>
          </a:xfrm>
          <a:custGeom>
            <a:avLst/>
            <a:gdLst>
              <a:gd name="textAreaLeft" fmla="*/ 0 w 6228720"/>
              <a:gd name="textAreaRight" fmla="*/ 6237720 w 622872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Google Shape;11;p1"/>
          <p:cNvSpPr/>
          <p:nvPr/>
        </p:nvSpPr>
        <p:spPr>
          <a:xfrm>
            <a:off x="4043160" y="4943520"/>
            <a:ext cx="360" cy="478440"/>
          </a:xfrm>
          <a:custGeom>
            <a:avLst/>
            <a:gdLst>
              <a:gd name="textAreaLeft" fmla="*/ 0 w 360"/>
              <a:gd name="textAreaRight" fmla="*/ 460800 w 360"/>
              <a:gd name="textAreaTop" fmla="*/ 0 h 478440"/>
              <a:gd name="textAreaBottom" fmla="*/ 487440 h 47844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8;p1"/>
          <p:cNvSpPr/>
          <p:nvPr/>
        </p:nvSpPr>
        <p:spPr>
          <a:xfrm>
            <a:off x="4102200" y="4894560"/>
            <a:ext cx="438120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Google Shape;9;p1"/>
          <p:cNvSpPr/>
          <p:nvPr/>
        </p:nvSpPr>
        <p:spPr>
          <a:xfrm>
            <a:off x="25200" y="4627440"/>
            <a:ext cx="6108840" cy="9000"/>
          </a:xfrm>
          <a:custGeom>
            <a:avLst/>
            <a:gdLst>
              <a:gd name="textAreaLeft" fmla="*/ 0 w 6108840"/>
              <a:gd name="textAreaRight" fmla="*/ 6117840 w 6108840"/>
              <a:gd name="textAreaTop" fmla="*/ 0 h 9000"/>
              <a:gd name="textAreaBottom" fmla="*/ 18000 h 90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Google Shape;10;p1"/>
          <p:cNvSpPr/>
          <p:nvPr/>
        </p:nvSpPr>
        <p:spPr>
          <a:xfrm>
            <a:off x="3857400" y="5322960"/>
            <a:ext cx="6228720" cy="360"/>
          </a:xfrm>
          <a:custGeom>
            <a:avLst/>
            <a:gdLst>
              <a:gd name="textAreaLeft" fmla="*/ 0 w 6228720"/>
              <a:gd name="textAreaRight" fmla="*/ 6237720 w 622872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Google Shape;11;p1"/>
          <p:cNvSpPr/>
          <p:nvPr/>
        </p:nvSpPr>
        <p:spPr>
          <a:xfrm>
            <a:off x="4043160" y="4943520"/>
            <a:ext cx="360" cy="478440"/>
          </a:xfrm>
          <a:custGeom>
            <a:avLst/>
            <a:gdLst>
              <a:gd name="textAreaLeft" fmla="*/ 0 w 360"/>
              <a:gd name="textAreaRight" fmla="*/ 460800 w 360"/>
              <a:gd name="textAreaTop" fmla="*/ 0 h 478440"/>
              <a:gd name="textAreaBottom" fmla="*/ 487440 h 47844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59040" cy="32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8;p1"/>
          <p:cNvSpPr/>
          <p:nvPr/>
        </p:nvSpPr>
        <p:spPr>
          <a:xfrm>
            <a:off x="4102200" y="4894560"/>
            <a:ext cx="438120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Google Shape;9;p1"/>
          <p:cNvSpPr/>
          <p:nvPr/>
        </p:nvSpPr>
        <p:spPr>
          <a:xfrm>
            <a:off x="25200" y="4627440"/>
            <a:ext cx="6108840" cy="9000"/>
          </a:xfrm>
          <a:custGeom>
            <a:avLst/>
            <a:gdLst>
              <a:gd name="textAreaLeft" fmla="*/ 0 w 6108840"/>
              <a:gd name="textAreaRight" fmla="*/ 6117840 w 6108840"/>
              <a:gd name="textAreaTop" fmla="*/ 0 h 9000"/>
              <a:gd name="textAreaBottom" fmla="*/ 18000 h 90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Google Shape;10;p1"/>
          <p:cNvSpPr/>
          <p:nvPr/>
        </p:nvSpPr>
        <p:spPr>
          <a:xfrm>
            <a:off x="3857400" y="5322960"/>
            <a:ext cx="6228720" cy="360"/>
          </a:xfrm>
          <a:custGeom>
            <a:avLst/>
            <a:gdLst>
              <a:gd name="textAreaLeft" fmla="*/ 0 w 6228720"/>
              <a:gd name="textAreaRight" fmla="*/ 6237720 w 622872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Google Shape;11;p1"/>
          <p:cNvSpPr/>
          <p:nvPr/>
        </p:nvSpPr>
        <p:spPr>
          <a:xfrm>
            <a:off x="4043160" y="4943520"/>
            <a:ext cx="360" cy="478440"/>
          </a:xfrm>
          <a:custGeom>
            <a:avLst/>
            <a:gdLst>
              <a:gd name="textAreaLeft" fmla="*/ 0 w 360"/>
              <a:gd name="textAreaRight" fmla="*/ 460800 w 360"/>
              <a:gd name="textAreaTop" fmla="*/ 0 h 478440"/>
              <a:gd name="textAreaBottom" fmla="*/ 487440 h 47844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0440" cy="32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5145480" y="1325880"/>
            <a:ext cx="4420440" cy="32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8;p1"/>
          <p:cNvSpPr/>
          <p:nvPr/>
        </p:nvSpPr>
        <p:spPr>
          <a:xfrm>
            <a:off x="4102200" y="4894560"/>
            <a:ext cx="438120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Google Shape;9;p1"/>
          <p:cNvSpPr/>
          <p:nvPr/>
        </p:nvSpPr>
        <p:spPr>
          <a:xfrm>
            <a:off x="25200" y="4627440"/>
            <a:ext cx="6108840" cy="9000"/>
          </a:xfrm>
          <a:custGeom>
            <a:avLst/>
            <a:gdLst>
              <a:gd name="textAreaLeft" fmla="*/ 0 w 6108840"/>
              <a:gd name="textAreaRight" fmla="*/ 6117840 w 6108840"/>
              <a:gd name="textAreaTop" fmla="*/ 0 h 9000"/>
              <a:gd name="textAreaBottom" fmla="*/ 18000 h 90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Google Shape;10;p1"/>
          <p:cNvSpPr/>
          <p:nvPr/>
        </p:nvSpPr>
        <p:spPr>
          <a:xfrm>
            <a:off x="3857400" y="5322960"/>
            <a:ext cx="6228720" cy="360"/>
          </a:xfrm>
          <a:custGeom>
            <a:avLst/>
            <a:gdLst>
              <a:gd name="textAreaLeft" fmla="*/ 0 w 6228720"/>
              <a:gd name="textAreaRight" fmla="*/ 6237720 w 622872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Google Shape;11;p1"/>
          <p:cNvSpPr/>
          <p:nvPr/>
        </p:nvSpPr>
        <p:spPr>
          <a:xfrm>
            <a:off x="4043160" y="4943520"/>
            <a:ext cx="360" cy="478440"/>
          </a:xfrm>
          <a:custGeom>
            <a:avLst/>
            <a:gdLst>
              <a:gd name="textAreaLeft" fmla="*/ 0 w 360"/>
              <a:gd name="textAreaRight" fmla="*/ 460800 w 360"/>
              <a:gd name="textAreaTop" fmla="*/ 0 h 478440"/>
              <a:gd name="textAreaBottom" fmla="*/ 487440 h 47844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8;p1"/>
          <p:cNvSpPr/>
          <p:nvPr/>
        </p:nvSpPr>
        <p:spPr>
          <a:xfrm>
            <a:off x="4102200" y="4894560"/>
            <a:ext cx="438120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Google Shape;9;p1"/>
          <p:cNvSpPr/>
          <p:nvPr/>
        </p:nvSpPr>
        <p:spPr>
          <a:xfrm>
            <a:off x="25200" y="4627440"/>
            <a:ext cx="6108840" cy="9000"/>
          </a:xfrm>
          <a:custGeom>
            <a:avLst/>
            <a:gdLst>
              <a:gd name="textAreaLeft" fmla="*/ 0 w 6108840"/>
              <a:gd name="textAreaRight" fmla="*/ 6117840 w 6108840"/>
              <a:gd name="textAreaTop" fmla="*/ 0 h 9000"/>
              <a:gd name="textAreaBottom" fmla="*/ 18000 h 90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Google Shape;10;p1"/>
          <p:cNvSpPr/>
          <p:nvPr/>
        </p:nvSpPr>
        <p:spPr>
          <a:xfrm>
            <a:off x="3857400" y="5322960"/>
            <a:ext cx="6228720" cy="360"/>
          </a:xfrm>
          <a:custGeom>
            <a:avLst/>
            <a:gdLst>
              <a:gd name="textAreaLeft" fmla="*/ 0 w 6228720"/>
              <a:gd name="textAreaRight" fmla="*/ 6237720 w 622872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Google Shape;11;p1"/>
          <p:cNvSpPr/>
          <p:nvPr/>
        </p:nvSpPr>
        <p:spPr>
          <a:xfrm>
            <a:off x="4043160" y="4943520"/>
            <a:ext cx="360" cy="478440"/>
          </a:xfrm>
          <a:custGeom>
            <a:avLst/>
            <a:gdLst>
              <a:gd name="textAreaLeft" fmla="*/ 0 w 360"/>
              <a:gd name="textAreaRight" fmla="*/ 460800 w 360"/>
              <a:gd name="textAreaTop" fmla="*/ 0 h 478440"/>
              <a:gd name="textAreaBottom" fmla="*/ 487440 h 47844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8;p1"/>
          <p:cNvSpPr/>
          <p:nvPr/>
        </p:nvSpPr>
        <p:spPr>
          <a:xfrm>
            <a:off x="4102200" y="4894560"/>
            <a:ext cx="438120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Google Shape;9;p1"/>
          <p:cNvSpPr/>
          <p:nvPr/>
        </p:nvSpPr>
        <p:spPr>
          <a:xfrm>
            <a:off x="25200" y="4627440"/>
            <a:ext cx="6108840" cy="9000"/>
          </a:xfrm>
          <a:custGeom>
            <a:avLst/>
            <a:gdLst>
              <a:gd name="textAreaLeft" fmla="*/ 0 w 6108840"/>
              <a:gd name="textAreaRight" fmla="*/ 6117840 w 6108840"/>
              <a:gd name="textAreaTop" fmla="*/ 0 h 9000"/>
              <a:gd name="textAreaBottom" fmla="*/ 18000 h 90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Google Shape;10;p1"/>
          <p:cNvSpPr/>
          <p:nvPr/>
        </p:nvSpPr>
        <p:spPr>
          <a:xfrm>
            <a:off x="3857400" y="5322960"/>
            <a:ext cx="6228720" cy="360"/>
          </a:xfrm>
          <a:custGeom>
            <a:avLst/>
            <a:gdLst>
              <a:gd name="textAreaLeft" fmla="*/ 0 w 6228720"/>
              <a:gd name="textAreaRight" fmla="*/ 6237720 w 622872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Google Shape;11;p1"/>
          <p:cNvSpPr/>
          <p:nvPr/>
        </p:nvSpPr>
        <p:spPr>
          <a:xfrm>
            <a:off x="4043160" y="4943520"/>
            <a:ext cx="360" cy="478440"/>
          </a:xfrm>
          <a:custGeom>
            <a:avLst/>
            <a:gdLst>
              <a:gd name="textAreaLeft" fmla="*/ 0 w 360"/>
              <a:gd name="textAreaRight" fmla="*/ 460800 w 360"/>
              <a:gd name="textAreaTop" fmla="*/ 0 h 478440"/>
              <a:gd name="textAreaBottom" fmla="*/ 487440 h 47844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0440" cy="156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5145480" y="1325880"/>
            <a:ext cx="4420440" cy="32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503280" y="3038760"/>
            <a:ext cx="4420440" cy="156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;p1"/>
          <p:cNvSpPr/>
          <p:nvPr/>
        </p:nvSpPr>
        <p:spPr>
          <a:xfrm>
            <a:off x="4102200" y="4894560"/>
            <a:ext cx="438120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Google Shape;9;p1"/>
          <p:cNvSpPr/>
          <p:nvPr/>
        </p:nvSpPr>
        <p:spPr>
          <a:xfrm>
            <a:off x="25200" y="4627440"/>
            <a:ext cx="6108840" cy="9000"/>
          </a:xfrm>
          <a:custGeom>
            <a:avLst/>
            <a:gdLst>
              <a:gd name="textAreaLeft" fmla="*/ 0 w 6108840"/>
              <a:gd name="textAreaRight" fmla="*/ 6117840 w 6108840"/>
              <a:gd name="textAreaTop" fmla="*/ 0 h 9000"/>
              <a:gd name="textAreaBottom" fmla="*/ 18000 h 90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Google Shape;10;p1"/>
          <p:cNvSpPr/>
          <p:nvPr/>
        </p:nvSpPr>
        <p:spPr>
          <a:xfrm>
            <a:off x="3857400" y="5322960"/>
            <a:ext cx="6228720" cy="360"/>
          </a:xfrm>
          <a:custGeom>
            <a:avLst/>
            <a:gdLst>
              <a:gd name="textAreaLeft" fmla="*/ 0 w 6228720"/>
              <a:gd name="textAreaRight" fmla="*/ 6237720 w 622872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Google Shape;11;p1"/>
          <p:cNvSpPr/>
          <p:nvPr/>
        </p:nvSpPr>
        <p:spPr>
          <a:xfrm>
            <a:off x="4043160" y="4943520"/>
            <a:ext cx="360" cy="478440"/>
          </a:xfrm>
          <a:custGeom>
            <a:avLst/>
            <a:gdLst>
              <a:gd name="textAreaLeft" fmla="*/ 0 w 360"/>
              <a:gd name="textAreaRight" fmla="*/ 460800 w 360"/>
              <a:gd name="textAreaTop" fmla="*/ 0 h 478440"/>
              <a:gd name="textAreaBottom" fmla="*/ 487440 h 47844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0440" cy="32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5145480" y="1325880"/>
            <a:ext cx="4420440" cy="156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body"/>
          </p:nvPr>
        </p:nvSpPr>
        <p:spPr>
          <a:xfrm>
            <a:off x="5145480" y="3038760"/>
            <a:ext cx="4420440" cy="156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8;p1"/>
          <p:cNvSpPr/>
          <p:nvPr/>
        </p:nvSpPr>
        <p:spPr>
          <a:xfrm>
            <a:off x="4102200" y="4894560"/>
            <a:ext cx="438120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Google Shape;9;p1"/>
          <p:cNvSpPr/>
          <p:nvPr/>
        </p:nvSpPr>
        <p:spPr>
          <a:xfrm>
            <a:off x="25200" y="4627440"/>
            <a:ext cx="6108840" cy="9000"/>
          </a:xfrm>
          <a:custGeom>
            <a:avLst/>
            <a:gdLst>
              <a:gd name="textAreaLeft" fmla="*/ 0 w 6108840"/>
              <a:gd name="textAreaRight" fmla="*/ 6117840 w 6108840"/>
              <a:gd name="textAreaTop" fmla="*/ 0 h 9000"/>
              <a:gd name="textAreaBottom" fmla="*/ 18000 h 90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Google Shape;10;p1"/>
          <p:cNvSpPr/>
          <p:nvPr/>
        </p:nvSpPr>
        <p:spPr>
          <a:xfrm>
            <a:off x="3857400" y="5322960"/>
            <a:ext cx="6228720" cy="360"/>
          </a:xfrm>
          <a:custGeom>
            <a:avLst/>
            <a:gdLst>
              <a:gd name="textAreaLeft" fmla="*/ 0 w 6228720"/>
              <a:gd name="textAreaRight" fmla="*/ 6237720 w 622872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Google Shape;11;p1"/>
          <p:cNvSpPr/>
          <p:nvPr/>
        </p:nvSpPr>
        <p:spPr>
          <a:xfrm>
            <a:off x="4043160" y="4943520"/>
            <a:ext cx="360" cy="478440"/>
          </a:xfrm>
          <a:custGeom>
            <a:avLst/>
            <a:gdLst>
              <a:gd name="textAreaLeft" fmla="*/ 0 w 360"/>
              <a:gd name="textAreaRight" fmla="*/ 460800 w 360"/>
              <a:gd name="textAreaTop" fmla="*/ 0 h 478440"/>
              <a:gd name="textAreaBottom" fmla="*/ 487440 h 47844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0440" cy="156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5145480" y="1325880"/>
            <a:ext cx="4420440" cy="156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503280" y="3038760"/>
            <a:ext cx="9059040" cy="156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66;p14"/>
          <p:cNvSpPr/>
          <p:nvPr/>
        </p:nvSpPr>
        <p:spPr>
          <a:xfrm>
            <a:off x="20160" y="606600"/>
            <a:ext cx="6108840" cy="9000"/>
          </a:xfrm>
          <a:custGeom>
            <a:avLst/>
            <a:gdLst>
              <a:gd name="textAreaLeft" fmla="*/ 0 w 6108840"/>
              <a:gd name="textAreaRight" fmla="*/ 6117840 w 6108840"/>
              <a:gd name="textAreaTop" fmla="*/ 0 h 9000"/>
              <a:gd name="textAreaBottom" fmla="*/ 18000 h 90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Google Shape;67;p14"/>
          <p:cNvSpPr/>
          <p:nvPr/>
        </p:nvSpPr>
        <p:spPr>
          <a:xfrm>
            <a:off x="4428720" y="840240"/>
            <a:ext cx="5662800" cy="360"/>
          </a:xfrm>
          <a:custGeom>
            <a:avLst/>
            <a:gdLst>
              <a:gd name="textAreaLeft" fmla="*/ 0 w 5662800"/>
              <a:gd name="textAreaRight" fmla="*/ 5671800 w 56628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Google Shape;68;p14"/>
          <p:cNvSpPr/>
          <p:nvPr/>
        </p:nvSpPr>
        <p:spPr>
          <a:xfrm>
            <a:off x="9815760" y="473760"/>
            <a:ext cx="360" cy="484200"/>
          </a:xfrm>
          <a:custGeom>
            <a:avLst/>
            <a:gdLst>
              <a:gd name="textAreaLeft" fmla="*/ 0 w 360"/>
              <a:gd name="textAreaRight" fmla="*/ 460800 w 360"/>
              <a:gd name="textAreaTop" fmla="*/ 0 h 484200"/>
              <a:gd name="textAreaBottom" fmla="*/ 493200 h 4842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Google Shape;69;p14"/>
          <p:cNvSpPr/>
          <p:nvPr/>
        </p:nvSpPr>
        <p:spPr>
          <a:xfrm>
            <a:off x="1899720" y="5203440"/>
            <a:ext cx="7453440" cy="360"/>
          </a:xfrm>
          <a:custGeom>
            <a:avLst/>
            <a:gdLst>
              <a:gd name="textAreaLeft" fmla="*/ 0 w 7453440"/>
              <a:gd name="textAreaRight" fmla="*/ 7462440 w 745344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Google Shape;70;p14"/>
          <p:cNvSpPr/>
          <p:nvPr/>
        </p:nvSpPr>
        <p:spPr>
          <a:xfrm>
            <a:off x="9255960" y="4915800"/>
            <a:ext cx="360" cy="340560"/>
          </a:xfrm>
          <a:custGeom>
            <a:avLst/>
            <a:gdLst>
              <a:gd name="textAreaLeft" fmla="*/ 0 w 360"/>
              <a:gd name="textAreaRight" fmla="*/ 460800 w 360"/>
              <a:gd name="textAreaTop" fmla="*/ 0 h 340560"/>
              <a:gd name="textAreaBottom" fmla="*/ 349560 h 3405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59040" cy="32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66;p14"/>
          <p:cNvSpPr/>
          <p:nvPr/>
        </p:nvSpPr>
        <p:spPr>
          <a:xfrm>
            <a:off x="20160" y="606600"/>
            <a:ext cx="6108840" cy="9000"/>
          </a:xfrm>
          <a:custGeom>
            <a:avLst/>
            <a:gdLst>
              <a:gd name="textAreaLeft" fmla="*/ 0 w 6108840"/>
              <a:gd name="textAreaRight" fmla="*/ 6117840 w 6108840"/>
              <a:gd name="textAreaTop" fmla="*/ 0 h 9000"/>
              <a:gd name="textAreaBottom" fmla="*/ 18000 h 90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Google Shape;67;p14"/>
          <p:cNvSpPr/>
          <p:nvPr/>
        </p:nvSpPr>
        <p:spPr>
          <a:xfrm>
            <a:off x="4428720" y="840240"/>
            <a:ext cx="5662800" cy="360"/>
          </a:xfrm>
          <a:custGeom>
            <a:avLst/>
            <a:gdLst>
              <a:gd name="textAreaLeft" fmla="*/ 0 w 5662800"/>
              <a:gd name="textAreaRight" fmla="*/ 5671800 w 56628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Google Shape;68;p14"/>
          <p:cNvSpPr/>
          <p:nvPr/>
        </p:nvSpPr>
        <p:spPr>
          <a:xfrm>
            <a:off x="9815760" y="473760"/>
            <a:ext cx="360" cy="484200"/>
          </a:xfrm>
          <a:custGeom>
            <a:avLst/>
            <a:gdLst>
              <a:gd name="textAreaLeft" fmla="*/ 0 w 360"/>
              <a:gd name="textAreaRight" fmla="*/ 460800 w 360"/>
              <a:gd name="textAreaTop" fmla="*/ 0 h 484200"/>
              <a:gd name="textAreaBottom" fmla="*/ 493200 h 4842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Google Shape;69;p14"/>
          <p:cNvSpPr/>
          <p:nvPr/>
        </p:nvSpPr>
        <p:spPr>
          <a:xfrm>
            <a:off x="1899720" y="5203440"/>
            <a:ext cx="7453440" cy="360"/>
          </a:xfrm>
          <a:custGeom>
            <a:avLst/>
            <a:gdLst>
              <a:gd name="textAreaLeft" fmla="*/ 0 w 7453440"/>
              <a:gd name="textAreaRight" fmla="*/ 7462440 w 745344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Google Shape;70;p14"/>
          <p:cNvSpPr/>
          <p:nvPr/>
        </p:nvSpPr>
        <p:spPr>
          <a:xfrm>
            <a:off x="9255960" y="4915800"/>
            <a:ext cx="360" cy="340560"/>
          </a:xfrm>
          <a:custGeom>
            <a:avLst/>
            <a:gdLst>
              <a:gd name="textAreaLeft" fmla="*/ 0 w 360"/>
              <a:gd name="textAreaRight" fmla="*/ 460800 w 360"/>
              <a:gd name="textAreaTop" fmla="*/ 0 h 340560"/>
              <a:gd name="textAreaBottom" fmla="*/ 349560 h 3405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59040" cy="32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66;p14"/>
          <p:cNvSpPr/>
          <p:nvPr/>
        </p:nvSpPr>
        <p:spPr>
          <a:xfrm>
            <a:off x="20160" y="606600"/>
            <a:ext cx="6108840" cy="9000"/>
          </a:xfrm>
          <a:custGeom>
            <a:avLst/>
            <a:gdLst>
              <a:gd name="textAreaLeft" fmla="*/ 0 w 6108840"/>
              <a:gd name="textAreaRight" fmla="*/ 6117840 w 6108840"/>
              <a:gd name="textAreaTop" fmla="*/ 0 h 9000"/>
              <a:gd name="textAreaBottom" fmla="*/ 18000 h 90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Google Shape;67;p14"/>
          <p:cNvSpPr/>
          <p:nvPr/>
        </p:nvSpPr>
        <p:spPr>
          <a:xfrm>
            <a:off x="4428720" y="840240"/>
            <a:ext cx="5662800" cy="360"/>
          </a:xfrm>
          <a:custGeom>
            <a:avLst/>
            <a:gdLst>
              <a:gd name="textAreaLeft" fmla="*/ 0 w 5662800"/>
              <a:gd name="textAreaRight" fmla="*/ 5671800 w 56628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Google Shape;68;p14"/>
          <p:cNvSpPr/>
          <p:nvPr/>
        </p:nvSpPr>
        <p:spPr>
          <a:xfrm>
            <a:off x="9815760" y="473760"/>
            <a:ext cx="360" cy="484200"/>
          </a:xfrm>
          <a:custGeom>
            <a:avLst/>
            <a:gdLst>
              <a:gd name="textAreaLeft" fmla="*/ 0 w 360"/>
              <a:gd name="textAreaRight" fmla="*/ 460800 w 360"/>
              <a:gd name="textAreaTop" fmla="*/ 0 h 484200"/>
              <a:gd name="textAreaBottom" fmla="*/ 493200 h 4842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Google Shape;69;p14"/>
          <p:cNvSpPr/>
          <p:nvPr/>
        </p:nvSpPr>
        <p:spPr>
          <a:xfrm>
            <a:off x="1899720" y="5203440"/>
            <a:ext cx="7453440" cy="360"/>
          </a:xfrm>
          <a:custGeom>
            <a:avLst/>
            <a:gdLst>
              <a:gd name="textAreaLeft" fmla="*/ 0 w 7453440"/>
              <a:gd name="textAreaRight" fmla="*/ 7462440 w 745344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Google Shape;70;p14"/>
          <p:cNvSpPr/>
          <p:nvPr/>
        </p:nvSpPr>
        <p:spPr>
          <a:xfrm>
            <a:off x="9255960" y="4915800"/>
            <a:ext cx="360" cy="340560"/>
          </a:xfrm>
          <a:custGeom>
            <a:avLst/>
            <a:gdLst>
              <a:gd name="textAreaLeft" fmla="*/ 0 w 360"/>
              <a:gd name="textAreaRight" fmla="*/ 460800 w 360"/>
              <a:gd name="textAreaTop" fmla="*/ 0 h 340560"/>
              <a:gd name="textAreaBottom" fmla="*/ 349560 h 3405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59040" cy="156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body"/>
          </p:nvPr>
        </p:nvSpPr>
        <p:spPr>
          <a:xfrm>
            <a:off x="503280" y="3038760"/>
            <a:ext cx="9059040" cy="156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66;p14"/>
          <p:cNvSpPr/>
          <p:nvPr/>
        </p:nvSpPr>
        <p:spPr>
          <a:xfrm>
            <a:off x="20160" y="606600"/>
            <a:ext cx="6108840" cy="9000"/>
          </a:xfrm>
          <a:custGeom>
            <a:avLst/>
            <a:gdLst>
              <a:gd name="textAreaLeft" fmla="*/ 0 w 6108840"/>
              <a:gd name="textAreaRight" fmla="*/ 6117840 w 6108840"/>
              <a:gd name="textAreaTop" fmla="*/ 0 h 9000"/>
              <a:gd name="textAreaBottom" fmla="*/ 18000 h 90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Google Shape;67;p14"/>
          <p:cNvSpPr/>
          <p:nvPr/>
        </p:nvSpPr>
        <p:spPr>
          <a:xfrm>
            <a:off x="4428720" y="840240"/>
            <a:ext cx="5662800" cy="360"/>
          </a:xfrm>
          <a:custGeom>
            <a:avLst/>
            <a:gdLst>
              <a:gd name="textAreaLeft" fmla="*/ 0 w 5662800"/>
              <a:gd name="textAreaRight" fmla="*/ 5671800 w 56628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Google Shape;68;p14"/>
          <p:cNvSpPr/>
          <p:nvPr/>
        </p:nvSpPr>
        <p:spPr>
          <a:xfrm>
            <a:off x="9815760" y="473760"/>
            <a:ext cx="360" cy="484200"/>
          </a:xfrm>
          <a:custGeom>
            <a:avLst/>
            <a:gdLst>
              <a:gd name="textAreaLeft" fmla="*/ 0 w 360"/>
              <a:gd name="textAreaRight" fmla="*/ 460800 w 360"/>
              <a:gd name="textAreaTop" fmla="*/ 0 h 484200"/>
              <a:gd name="textAreaBottom" fmla="*/ 493200 h 4842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Google Shape;69;p14"/>
          <p:cNvSpPr/>
          <p:nvPr/>
        </p:nvSpPr>
        <p:spPr>
          <a:xfrm>
            <a:off x="1899720" y="5203440"/>
            <a:ext cx="7453440" cy="360"/>
          </a:xfrm>
          <a:custGeom>
            <a:avLst/>
            <a:gdLst>
              <a:gd name="textAreaLeft" fmla="*/ 0 w 7453440"/>
              <a:gd name="textAreaRight" fmla="*/ 7462440 w 745344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Google Shape;70;p14"/>
          <p:cNvSpPr/>
          <p:nvPr/>
        </p:nvSpPr>
        <p:spPr>
          <a:xfrm>
            <a:off x="9255960" y="4915800"/>
            <a:ext cx="360" cy="340560"/>
          </a:xfrm>
          <a:custGeom>
            <a:avLst/>
            <a:gdLst>
              <a:gd name="textAreaLeft" fmla="*/ 0 w 360"/>
              <a:gd name="textAreaRight" fmla="*/ 460800 w 360"/>
              <a:gd name="textAreaTop" fmla="*/ 0 h 340560"/>
              <a:gd name="textAreaBottom" fmla="*/ 349560 h 3405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0440" cy="156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body"/>
          </p:nvPr>
        </p:nvSpPr>
        <p:spPr>
          <a:xfrm>
            <a:off x="5145480" y="1325880"/>
            <a:ext cx="4420440" cy="156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 type="body"/>
          </p:nvPr>
        </p:nvSpPr>
        <p:spPr>
          <a:xfrm>
            <a:off x="503280" y="3038760"/>
            <a:ext cx="4420440" cy="156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PlaceHolder 5"/>
          <p:cNvSpPr>
            <a:spLocks noGrp="1"/>
          </p:cNvSpPr>
          <p:nvPr>
            <p:ph type="body"/>
          </p:nvPr>
        </p:nvSpPr>
        <p:spPr>
          <a:xfrm>
            <a:off x="5145480" y="3038760"/>
            <a:ext cx="4420440" cy="156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66;p14"/>
          <p:cNvSpPr/>
          <p:nvPr/>
        </p:nvSpPr>
        <p:spPr>
          <a:xfrm>
            <a:off x="20160" y="606600"/>
            <a:ext cx="6108840" cy="9000"/>
          </a:xfrm>
          <a:custGeom>
            <a:avLst/>
            <a:gdLst>
              <a:gd name="textAreaLeft" fmla="*/ 0 w 6108840"/>
              <a:gd name="textAreaRight" fmla="*/ 6117840 w 6108840"/>
              <a:gd name="textAreaTop" fmla="*/ 0 h 9000"/>
              <a:gd name="textAreaBottom" fmla="*/ 18000 h 90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Google Shape;67;p14"/>
          <p:cNvSpPr/>
          <p:nvPr/>
        </p:nvSpPr>
        <p:spPr>
          <a:xfrm>
            <a:off x="4428720" y="840240"/>
            <a:ext cx="5662800" cy="360"/>
          </a:xfrm>
          <a:custGeom>
            <a:avLst/>
            <a:gdLst>
              <a:gd name="textAreaLeft" fmla="*/ 0 w 5662800"/>
              <a:gd name="textAreaRight" fmla="*/ 5671800 w 56628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Google Shape;68;p14"/>
          <p:cNvSpPr/>
          <p:nvPr/>
        </p:nvSpPr>
        <p:spPr>
          <a:xfrm>
            <a:off x="9815760" y="473760"/>
            <a:ext cx="360" cy="484200"/>
          </a:xfrm>
          <a:custGeom>
            <a:avLst/>
            <a:gdLst>
              <a:gd name="textAreaLeft" fmla="*/ 0 w 360"/>
              <a:gd name="textAreaRight" fmla="*/ 460800 w 360"/>
              <a:gd name="textAreaTop" fmla="*/ 0 h 484200"/>
              <a:gd name="textAreaBottom" fmla="*/ 493200 h 4842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Google Shape;69;p14"/>
          <p:cNvSpPr/>
          <p:nvPr/>
        </p:nvSpPr>
        <p:spPr>
          <a:xfrm>
            <a:off x="1899720" y="5203440"/>
            <a:ext cx="7453440" cy="360"/>
          </a:xfrm>
          <a:custGeom>
            <a:avLst/>
            <a:gdLst>
              <a:gd name="textAreaLeft" fmla="*/ 0 w 7453440"/>
              <a:gd name="textAreaRight" fmla="*/ 7462440 w 745344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Google Shape;70;p14"/>
          <p:cNvSpPr/>
          <p:nvPr/>
        </p:nvSpPr>
        <p:spPr>
          <a:xfrm>
            <a:off x="9255960" y="4915800"/>
            <a:ext cx="360" cy="340560"/>
          </a:xfrm>
          <a:custGeom>
            <a:avLst/>
            <a:gdLst>
              <a:gd name="textAreaLeft" fmla="*/ 0 w 360"/>
              <a:gd name="textAreaRight" fmla="*/ 460800 w 360"/>
              <a:gd name="textAreaTop" fmla="*/ 0 h 340560"/>
              <a:gd name="textAreaBottom" fmla="*/ 349560 h 3405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66;p14"/>
          <p:cNvSpPr/>
          <p:nvPr/>
        </p:nvSpPr>
        <p:spPr>
          <a:xfrm>
            <a:off x="20160" y="606600"/>
            <a:ext cx="6108840" cy="9000"/>
          </a:xfrm>
          <a:custGeom>
            <a:avLst/>
            <a:gdLst>
              <a:gd name="textAreaLeft" fmla="*/ 0 w 6108840"/>
              <a:gd name="textAreaRight" fmla="*/ 6117840 w 6108840"/>
              <a:gd name="textAreaTop" fmla="*/ 0 h 9000"/>
              <a:gd name="textAreaBottom" fmla="*/ 18000 h 90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Google Shape;67;p14"/>
          <p:cNvSpPr/>
          <p:nvPr/>
        </p:nvSpPr>
        <p:spPr>
          <a:xfrm>
            <a:off x="4428720" y="840240"/>
            <a:ext cx="5662800" cy="360"/>
          </a:xfrm>
          <a:custGeom>
            <a:avLst/>
            <a:gdLst>
              <a:gd name="textAreaLeft" fmla="*/ 0 w 5662800"/>
              <a:gd name="textAreaRight" fmla="*/ 5671800 w 56628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Google Shape;68;p14"/>
          <p:cNvSpPr/>
          <p:nvPr/>
        </p:nvSpPr>
        <p:spPr>
          <a:xfrm>
            <a:off x="9815760" y="473760"/>
            <a:ext cx="360" cy="484200"/>
          </a:xfrm>
          <a:custGeom>
            <a:avLst/>
            <a:gdLst>
              <a:gd name="textAreaLeft" fmla="*/ 0 w 360"/>
              <a:gd name="textAreaRight" fmla="*/ 460800 w 360"/>
              <a:gd name="textAreaTop" fmla="*/ 0 h 484200"/>
              <a:gd name="textAreaBottom" fmla="*/ 493200 h 4842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Google Shape;69;p14"/>
          <p:cNvSpPr/>
          <p:nvPr/>
        </p:nvSpPr>
        <p:spPr>
          <a:xfrm>
            <a:off x="1899720" y="5203440"/>
            <a:ext cx="7453440" cy="360"/>
          </a:xfrm>
          <a:custGeom>
            <a:avLst/>
            <a:gdLst>
              <a:gd name="textAreaLeft" fmla="*/ 0 w 7453440"/>
              <a:gd name="textAreaRight" fmla="*/ 7462440 w 745344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Google Shape;70;p14"/>
          <p:cNvSpPr/>
          <p:nvPr/>
        </p:nvSpPr>
        <p:spPr>
          <a:xfrm>
            <a:off x="9255960" y="4915800"/>
            <a:ext cx="360" cy="340560"/>
          </a:xfrm>
          <a:custGeom>
            <a:avLst/>
            <a:gdLst>
              <a:gd name="textAreaLeft" fmla="*/ 0 w 360"/>
              <a:gd name="textAreaRight" fmla="*/ 460800 w 360"/>
              <a:gd name="textAreaTop" fmla="*/ 0 h 340560"/>
              <a:gd name="textAreaBottom" fmla="*/ 349560 h 3405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66;p14"/>
          <p:cNvSpPr/>
          <p:nvPr/>
        </p:nvSpPr>
        <p:spPr>
          <a:xfrm>
            <a:off x="20160" y="606600"/>
            <a:ext cx="6108840" cy="9000"/>
          </a:xfrm>
          <a:custGeom>
            <a:avLst/>
            <a:gdLst>
              <a:gd name="textAreaLeft" fmla="*/ 0 w 6108840"/>
              <a:gd name="textAreaRight" fmla="*/ 6117840 w 6108840"/>
              <a:gd name="textAreaTop" fmla="*/ 0 h 9000"/>
              <a:gd name="textAreaBottom" fmla="*/ 18000 h 90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Google Shape;67;p14"/>
          <p:cNvSpPr/>
          <p:nvPr/>
        </p:nvSpPr>
        <p:spPr>
          <a:xfrm>
            <a:off x="4428720" y="840240"/>
            <a:ext cx="5662800" cy="360"/>
          </a:xfrm>
          <a:custGeom>
            <a:avLst/>
            <a:gdLst>
              <a:gd name="textAreaLeft" fmla="*/ 0 w 5662800"/>
              <a:gd name="textAreaRight" fmla="*/ 5671800 w 56628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Google Shape;68;p14"/>
          <p:cNvSpPr/>
          <p:nvPr/>
        </p:nvSpPr>
        <p:spPr>
          <a:xfrm>
            <a:off x="9815760" y="473760"/>
            <a:ext cx="360" cy="484200"/>
          </a:xfrm>
          <a:custGeom>
            <a:avLst/>
            <a:gdLst>
              <a:gd name="textAreaLeft" fmla="*/ 0 w 360"/>
              <a:gd name="textAreaRight" fmla="*/ 460800 w 360"/>
              <a:gd name="textAreaTop" fmla="*/ 0 h 484200"/>
              <a:gd name="textAreaBottom" fmla="*/ 493200 h 4842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Google Shape;69;p14"/>
          <p:cNvSpPr/>
          <p:nvPr/>
        </p:nvSpPr>
        <p:spPr>
          <a:xfrm>
            <a:off x="1899720" y="5203440"/>
            <a:ext cx="7453440" cy="360"/>
          </a:xfrm>
          <a:custGeom>
            <a:avLst/>
            <a:gdLst>
              <a:gd name="textAreaLeft" fmla="*/ 0 w 7453440"/>
              <a:gd name="textAreaRight" fmla="*/ 7462440 w 745344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Google Shape;70;p14"/>
          <p:cNvSpPr/>
          <p:nvPr/>
        </p:nvSpPr>
        <p:spPr>
          <a:xfrm>
            <a:off x="9255960" y="4915800"/>
            <a:ext cx="360" cy="340560"/>
          </a:xfrm>
          <a:custGeom>
            <a:avLst/>
            <a:gdLst>
              <a:gd name="textAreaLeft" fmla="*/ 0 w 360"/>
              <a:gd name="textAreaRight" fmla="*/ 460800 w 360"/>
              <a:gd name="textAreaTop" fmla="*/ 0 h 340560"/>
              <a:gd name="textAreaBottom" fmla="*/ 349560 h 3405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59040" cy="32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66;p14"/>
          <p:cNvSpPr/>
          <p:nvPr/>
        </p:nvSpPr>
        <p:spPr>
          <a:xfrm>
            <a:off x="20160" y="606600"/>
            <a:ext cx="6108840" cy="9000"/>
          </a:xfrm>
          <a:custGeom>
            <a:avLst/>
            <a:gdLst>
              <a:gd name="textAreaLeft" fmla="*/ 0 w 6108840"/>
              <a:gd name="textAreaRight" fmla="*/ 6117840 w 6108840"/>
              <a:gd name="textAreaTop" fmla="*/ 0 h 9000"/>
              <a:gd name="textAreaBottom" fmla="*/ 18000 h 90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Google Shape;67;p14"/>
          <p:cNvSpPr/>
          <p:nvPr/>
        </p:nvSpPr>
        <p:spPr>
          <a:xfrm>
            <a:off x="4428720" y="840240"/>
            <a:ext cx="5662800" cy="360"/>
          </a:xfrm>
          <a:custGeom>
            <a:avLst/>
            <a:gdLst>
              <a:gd name="textAreaLeft" fmla="*/ 0 w 5662800"/>
              <a:gd name="textAreaRight" fmla="*/ 5671800 w 56628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Google Shape;68;p14"/>
          <p:cNvSpPr/>
          <p:nvPr/>
        </p:nvSpPr>
        <p:spPr>
          <a:xfrm>
            <a:off x="9815760" y="473760"/>
            <a:ext cx="360" cy="484200"/>
          </a:xfrm>
          <a:custGeom>
            <a:avLst/>
            <a:gdLst>
              <a:gd name="textAreaLeft" fmla="*/ 0 w 360"/>
              <a:gd name="textAreaRight" fmla="*/ 460800 w 360"/>
              <a:gd name="textAreaTop" fmla="*/ 0 h 484200"/>
              <a:gd name="textAreaBottom" fmla="*/ 493200 h 4842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Google Shape;69;p14"/>
          <p:cNvSpPr/>
          <p:nvPr/>
        </p:nvSpPr>
        <p:spPr>
          <a:xfrm>
            <a:off x="1899720" y="5203440"/>
            <a:ext cx="7453440" cy="360"/>
          </a:xfrm>
          <a:custGeom>
            <a:avLst/>
            <a:gdLst>
              <a:gd name="textAreaLeft" fmla="*/ 0 w 7453440"/>
              <a:gd name="textAreaRight" fmla="*/ 7462440 w 745344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Google Shape;70;p14"/>
          <p:cNvSpPr/>
          <p:nvPr/>
        </p:nvSpPr>
        <p:spPr>
          <a:xfrm>
            <a:off x="9255960" y="4915800"/>
            <a:ext cx="360" cy="340560"/>
          </a:xfrm>
          <a:custGeom>
            <a:avLst/>
            <a:gdLst>
              <a:gd name="textAreaLeft" fmla="*/ 0 w 360"/>
              <a:gd name="textAreaRight" fmla="*/ 460800 w 360"/>
              <a:gd name="textAreaTop" fmla="*/ 0 h 340560"/>
              <a:gd name="textAreaBottom" fmla="*/ 349560 h 3405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0440" cy="32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body"/>
          </p:nvPr>
        </p:nvSpPr>
        <p:spPr>
          <a:xfrm>
            <a:off x="5145480" y="1325880"/>
            <a:ext cx="4420440" cy="32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66;p14"/>
          <p:cNvSpPr/>
          <p:nvPr/>
        </p:nvSpPr>
        <p:spPr>
          <a:xfrm>
            <a:off x="20160" y="606600"/>
            <a:ext cx="6108840" cy="9000"/>
          </a:xfrm>
          <a:custGeom>
            <a:avLst/>
            <a:gdLst>
              <a:gd name="textAreaLeft" fmla="*/ 0 w 6108840"/>
              <a:gd name="textAreaRight" fmla="*/ 6117840 w 6108840"/>
              <a:gd name="textAreaTop" fmla="*/ 0 h 9000"/>
              <a:gd name="textAreaBottom" fmla="*/ 18000 h 90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Google Shape;67;p14"/>
          <p:cNvSpPr/>
          <p:nvPr/>
        </p:nvSpPr>
        <p:spPr>
          <a:xfrm>
            <a:off x="4428720" y="840240"/>
            <a:ext cx="5662800" cy="360"/>
          </a:xfrm>
          <a:custGeom>
            <a:avLst/>
            <a:gdLst>
              <a:gd name="textAreaLeft" fmla="*/ 0 w 5662800"/>
              <a:gd name="textAreaRight" fmla="*/ 5671800 w 56628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Google Shape;68;p14"/>
          <p:cNvSpPr/>
          <p:nvPr/>
        </p:nvSpPr>
        <p:spPr>
          <a:xfrm>
            <a:off x="9815760" y="473760"/>
            <a:ext cx="360" cy="484200"/>
          </a:xfrm>
          <a:custGeom>
            <a:avLst/>
            <a:gdLst>
              <a:gd name="textAreaLeft" fmla="*/ 0 w 360"/>
              <a:gd name="textAreaRight" fmla="*/ 460800 w 360"/>
              <a:gd name="textAreaTop" fmla="*/ 0 h 484200"/>
              <a:gd name="textAreaBottom" fmla="*/ 493200 h 4842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Google Shape;69;p14"/>
          <p:cNvSpPr/>
          <p:nvPr/>
        </p:nvSpPr>
        <p:spPr>
          <a:xfrm>
            <a:off x="1899720" y="5203440"/>
            <a:ext cx="7453440" cy="360"/>
          </a:xfrm>
          <a:custGeom>
            <a:avLst/>
            <a:gdLst>
              <a:gd name="textAreaLeft" fmla="*/ 0 w 7453440"/>
              <a:gd name="textAreaRight" fmla="*/ 7462440 w 745344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Google Shape;70;p14"/>
          <p:cNvSpPr/>
          <p:nvPr/>
        </p:nvSpPr>
        <p:spPr>
          <a:xfrm>
            <a:off x="9255960" y="4915800"/>
            <a:ext cx="360" cy="340560"/>
          </a:xfrm>
          <a:custGeom>
            <a:avLst/>
            <a:gdLst>
              <a:gd name="textAreaLeft" fmla="*/ 0 w 360"/>
              <a:gd name="textAreaRight" fmla="*/ 460800 w 360"/>
              <a:gd name="textAreaTop" fmla="*/ 0 h 340560"/>
              <a:gd name="textAreaBottom" fmla="*/ 349560 h 3405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66;p14"/>
          <p:cNvSpPr/>
          <p:nvPr/>
        </p:nvSpPr>
        <p:spPr>
          <a:xfrm>
            <a:off x="20160" y="606600"/>
            <a:ext cx="6108840" cy="9000"/>
          </a:xfrm>
          <a:custGeom>
            <a:avLst/>
            <a:gdLst>
              <a:gd name="textAreaLeft" fmla="*/ 0 w 6108840"/>
              <a:gd name="textAreaRight" fmla="*/ 6117840 w 6108840"/>
              <a:gd name="textAreaTop" fmla="*/ 0 h 9000"/>
              <a:gd name="textAreaBottom" fmla="*/ 18000 h 90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Google Shape;67;p14"/>
          <p:cNvSpPr/>
          <p:nvPr/>
        </p:nvSpPr>
        <p:spPr>
          <a:xfrm>
            <a:off x="4428720" y="840240"/>
            <a:ext cx="5662800" cy="360"/>
          </a:xfrm>
          <a:custGeom>
            <a:avLst/>
            <a:gdLst>
              <a:gd name="textAreaLeft" fmla="*/ 0 w 5662800"/>
              <a:gd name="textAreaRight" fmla="*/ 5671800 w 56628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Google Shape;68;p14"/>
          <p:cNvSpPr/>
          <p:nvPr/>
        </p:nvSpPr>
        <p:spPr>
          <a:xfrm>
            <a:off x="9815760" y="473760"/>
            <a:ext cx="360" cy="484200"/>
          </a:xfrm>
          <a:custGeom>
            <a:avLst/>
            <a:gdLst>
              <a:gd name="textAreaLeft" fmla="*/ 0 w 360"/>
              <a:gd name="textAreaRight" fmla="*/ 460800 w 360"/>
              <a:gd name="textAreaTop" fmla="*/ 0 h 484200"/>
              <a:gd name="textAreaBottom" fmla="*/ 493200 h 4842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Google Shape;69;p14"/>
          <p:cNvSpPr/>
          <p:nvPr/>
        </p:nvSpPr>
        <p:spPr>
          <a:xfrm>
            <a:off x="1899720" y="5203440"/>
            <a:ext cx="7453440" cy="360"/>
          </a:xfrm>
          <a:custGeom>
            <a:avLst/>
            <a:gdLst>
              <a:gd name="textAreaLeft" fmla="*/ 0 w 7453440"/>
              <a:gd name="textAreaRight" fmla="*/ 7462440 w 745344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Google Shape;70;p14"/>
          <p:cNvSpPr/>
          <p:nvPr/>
        </p:nvSpPr>
        <p:spPr>
          <a:xfrm>
            <a:off x="9255960" y="4915800"/>
            <a:ext cx="360" cy="340560"/>
          </a:xfrm>
          <a:custGeom>
            <a:avLst/>
            <a:gdLst>
              <a:gd name="textAreaLeft" fmla="*/ 0 w 360"/>
              <a:gd name="textAreaRight" fmla="*/ 460800 w 360"/>
              <a:gd name="textAreaTop" fmla="*/ 0 h 340560"/>
              <a:gd name="textAreaBottom" fmla="*/ 349560 h 3405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66;p14"/>
          <p:cNvSpPr/>
          <p:nvPr/>
        </p:nvSpPr>
        <p:spPr>
          <a:xfrm>
            <a:off x="20160" y="606600"/>
            <a:ext cx="6108840" cy="9000"/>
          </a:xfrm>
          <a:custGeom>
            <a:avLst/>
            <a:gdLst>
              <a:gd name="textAreaLeft" fmla="*/ 0 w 6108840"/>
              <a:gd name="textAreaRight" fmla="*/ 6117840 w 6108840"/>
              <a:gd name="textAreaTop" fmla="*/ 0 h 9000"/>
              <a:gd name="textAreaBottom" fmla="*/ 18000 h 90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Google Shape;67;p14"/>
          <p:cNvSpPr/>
          <p:nvPr/>
        </p:nvSpPr>
        <p:spPr>
          <a:xfrm>
            <a:off x="4428720" y="840240"/>
            <a:ext cx="5662800" cy="360"/>
          </a:xfrm>
          <a:custGeom>
            <a:avLst/>
            <a:gdLst>
              <a:gd name="textAreaLeft" fmla="*/ 0 w 5662800"/>
              <a:gd name="textAreaRight" fmla="*/ 5671800 w 56628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Google Shape;68;p14"/>
          <p:cNvSpPr/>
          <p:nvPr/>
        </p:nvSpPr>
        <p:spPr>
          <a:xfrm>
            <a:off x="9815760" y="473760"/>
            <a:ext cx="360" cy="484200"/>
          </a:xfrm>
          <a:custGeom>
            <a:avLst/>
            <a:gdLst>
              <a:gd name="textAreaLeft" fmla="*/ 0 w 360"/>
              <a:gd name="textAreaRight" fmla="*/ 460800 w 360"/>
              <a:gd name="textAreaTop" fmla="*/ 0 h 484200"/>
              <a:gd name="textAreaBottom" fmla="*/ 493200 h 4842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Google Shape;69;p14"/>
          <p:cNvSpPr/>
          <p:nvPr/>
        </p:nvSpPr>
        <p:spPr>
          <a:xfrm>
            <a:off x="1899720" y="5203440"/>
            <a:ext cx="7453440" cy="360"/>
          </a:xfrm>
          <a:custGeom>
            <a:avLst/>
            <a:gdLst>
              <a:gd name="textAreaLeft" fmla="*/ 0 w 7453440"/>
              <a:gd name="textAreaRight" fmla="*/ 7462440 w 745344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Google Shape;70;p14"/>
          <p:cNvSpPr/>
          <p:nvPr/>
        </p:nvSpPr>
        <p:spPr>
          <a:xfrm>
            <a:off x="9255960" y="4915800"/>
            <a:ext cx="360" cy="340560"/>
          </a:xfrm>
          <a:custGeom>
            <a:avLst/>
            <a:gdLst>
              <a:gd name="textAreaLeft" fmla="*/ 0 w 360"/>
              <a:gd name="textAreaRight" fmla="*/ 460800 w 360"/>
              <a:gd name="textAreaTop" fmla="*/ 0 h 340560"/>
              <a:gd name="textAreaBottom" fmla="*/ 349560 h 3405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0440" cy="156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body"/>
          </p:nvPr>
        </p:nvSpPr>
        <p:spPr>
          <a:xfrm>
            <a:off x="5145480" y="1325880"/>
            <a:ext cx="4420440" cy="32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 type="body"/>
          </p:nvPr>
        </p:nvSpPr>
        <p:spPr>
          <a:xfrm>
            <a:off x="503280" y="3038760"/>
            <a:ext cx="4420440" cy="156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66;p14"/>
          <p:cNvSpPr/>
          <p:nvPr/>
        </p:nvSpPr>
        <p:spPr>
          <a:xfrm>
            <a:off x="20160" y="606600"/>
            <a:ext cx="6108840" cy="9000"/>
          </a:xfrm>
          <a:custGeom>
            <a:avLst/>
            <a:gdLst>
              <a:gd name="textAreaLeft" fmla="*/ 0 w 6108840"/>
              <a:gd name="textAreaRight" fmla="*/ 6117840 w 6108840"/>
              <a:gd name="textAreaTop" fmla="*/ 0 h 9000"/>
              <a:gd name="textAreaBottom" fmla="*/ 18000 h 90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Google Shape;67;p14"/>
          <p:cNvSpPr/>
          <p:nvPr/>
        </p:nvSpPr>
        <p:spPr>
          <a:xfrm>
            <a:off x="4428720" y="840240"/>
            <a:ext cx="5662800" cy="360"/>
          </a:xfrm>
          <a:custGeom>
            <a:avLst/>
            <a:gdLst>
              <a:gd name="textAreaLeft" fmla="*/ 0 w 5662800"/>
              <a:gd name="textAreaRight" fmla="*/ 5671800 w 56628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Google Shape;68;p14"/>
          <p:cNvSpPr/>
          <p:nvPr/>
        </p:nvSpPr>
        <p:spPr>
          <a:xfrm>
            <a:off x="9815760" y="473760"/>
            <a:ext cx="360" cy="484200"/>
          </a:xfrm>
          <a:custGeom>
            <a:avLst/>
            <a:gdLst>
              <a:gd name="textAreaLeft" fmla="*/ 0 w 360"/>
              <a:gd name="textAreaRight" fmla="*/ 460800 w 360"/>
              <a:gd name="textAreaTop" fmla="*/ 0 h 484200"/>
              <a:gd name="textAreaBottom" fmla="*/ 493200 h 4842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Google Shape;69;p14"/>
          <p:cNvSpPr/>
          <p:nvPr/>
        </p:nvSpPr>
        <p:spPr>
          <a:xfrm>
            <a:off x="1899720" y="5203440"/>
            <a:ext cx="7453440" cy="360"/>
          </a:xfrm>
          <a:custGeom>
            <a:avLst/>
            <a:gdLst>
              <a:gd name="textAreaLeft" fmla="*/ 0 w 7453440"/>
              <a:gd name="textAreaRight" fmla="*/ 7462440 w 745344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Google Shape;70;p14"/>
          <p:cNvSpPr/>
          <p:nvPr/>
        </p:nvSpPr>
        <p:spPr>
          <a:xfrm>
            <a:off x="9255960" y="4915800"/>
            <a:ext cx="360" cy="340560"/>
          </a:xfrm>
          <a:custGeom>
            <a:avLst/>
            <a:gdLst>
              <a:gd name="textAreaLeft" fmla="*/ 0 w 360"/>
              <a:gd name="textAreaRight" fmla="*/ 460800 w 360"/>
              <a:gd name="textAreaTop" fmla="*/ 0 h 340560"/>
              <a:gd name="textAreaBottom" fmla="*/ 349560 h 3405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0440" cy="32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body"/>
          </p:nvPr>
        </p:nvSpPr>
        <p:spPr>
          <a:xfrm>
            <a:off x="5145480" y="1325880"/>
            <a:ext cx="4420440" cy="156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PlaceHolder 4"/>
          <p:cNvSpPr>
            <a:spLocks noGrp="1"/>
          </p:cNvSpPr>
          <p:nvPr>
            <p:ph type="body"/>
          </p:nvPr>
        </p:nvSpPr>
        <p:spPr>
          <a:xfrm>
            <a:off x="5145480" y="3038760"/>
            <a:ext cx="4420440" cy="156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66;p14"/>
          <p:cNvSpPr/>
          <p:nvPr/>
        </p:nvSpPr>
        <p:spPr>
          <a:xfrm>
            <a:off x="20160" y="606600"/>
            <a:ext cx="6108840" cy="9000"/>
          </a:xfrm>
          <a:custGeom>
            <a:avLst/>
            <a:gdLst>
              <a:gd name="textAreaLeft" fmla="*/ 0 w 6108840"/>
              <a:gd name="textAreaRight" fmla="*/ 6117840 w 6108840"/>
              <a:gd name="textAreaTop" fmla="*/ 0 h 9000"/>
              <a:gd name="textAreaBottom" fmla="*/ 18000 h 90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Google Shape;67;p14"/>
          <p:cNvSpPr/>
          <p:nvPr/>
        </p:nvSpPr>
        <p:spPr>
          <a:xfrm>
            <a:off x="4428720" y="840240"/>
            <a:ext cx="5662800" cy="360"/>
          </a:xfrm>
          <a:custGeom>
            <a:avLst/>
            <a:gdLst>
              <a:gd name="textAreaLeft" fmla="*/ 0 w 5662800"/>
              <a:gd name="textAreaRight" fmla="*/ 5671800 w 56628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Google Shape;68;p14"/>
          <p:cNvSpPr/>
          <p:nvPr/>
        </p:nvSpPr>
        <p:spPr>
          <a:xfrm>
            <a:off x="9815760" y="473760"/>
            <a:ext cx="360" cy="484200"/>
          </a:xfrm>
          <a:custGeom>
            <a:avLst/>
            <a:gdLst>
              <a:gd name="textAreaLeft" fmla="*/ 0 w 360"/>
              <a:gd name="textAreaRight" fmla="*/ 460800 w 360"/>
              <a:gd name="textAreaTop" fmla="*/ 0 h 484200"/>
              <a:gd name="textAreaBottom" fmla="*/ 493200 h 4842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Google Shape;69;p14"/>
          <p:cNvSpPr/>
          <p:nvPr/>
        </p:nvSpPr>
        <p:spPr>
          <a:xfrm>
            <a:off x="1899720" y="5203440"/>
            <a:ext cx="7453440" cy="360"/>
          </a:xfrm>
          <a:custGeom>
            <a:avLst/>
            <a:gdLst>
              <a:gd name="textAreaLeft" fmla="*/ 0 w 7453440"/>
              <a:gd name="textAreaRight" fmla="*/ 7462440 w 745344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Google Shape;70;p14"/>
          <p:cNvSpPr/>
          <p:nvPr/>
        </p:nvSpPr>
        <p:spPr>
          <a:xfrm>
            <a:off x="9255960" y="4915800"/>
            <a:ext cx="360" cy="340560"/>
          </a:xfrm>
          <a:custGeom>
            <a:avLst/>
            <a:gdLst>
              <a:gd name="textAreaLeft" fmla="*/ 0 w 360"/>
              <a:gd name="textAreaRight" fmla="*/ 460800 w 360"/>
              <a:gd name="textAreaTop" fmla="*/ 0 h 340560"/>
              <a:gd name="textAreaBottom" fmla="*/ 349560 h 3405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0440" cy="156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body"/>
          </p:nvPr>
        </p:nvSpPr>
        <p:spPr>
          <a:xfrm>
            <a:off x="5145480" y="1325880"/>
            <a:ext cx="4420440" cy="156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PlaceHolder 4"/>
          <p:cNvSpPr>
            <a:spLocks noGrp="1"/>
          </p:cNvSpPr>
          <p:nvPr>
            <p:ph type="body"/>
          </p:nvPr>
        </p:nvSpPr>
        <p:spPr>
          <a:xfrm>
            <a:off x="503280" y="3038760"/>
            <a:ext cx="9059040" cy="156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125;p27"/>
          <p:cNvSpPr/>
          <p:nvPr/>
        </p:nvSpPr>
        <p:spPr>
          <a:xfrm>
            <a:off x="20160" y="606600"/>
            <a:ext cx="6108840" cy="9000"/>
          </a:xfrm>
          <a:custGeom>
            <a:avLst/>
            <a:gdLst>
              <a:gd name="textAreaLeft" fmla="*/ 0 w 6108840"/>
              <a:gd name="textAreaRight" fmla="*/ 6117840 w 6108840"/>
              <a:gd name="textAreaTop" fmla="*/ 0 h 9000"/>
              <a:gd name="textAreaBottom" fmla="*/ 18000 h 90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Google Shape;126;p27"/>
          <p:cNvSpPr/>
          <p:nvPr/>
        </p:nvSpPr>
        <p:spPr>
          <a:xfrm>
            <a:off x="4428720" y="840240"/>
            <a:ext cx="5662800" cy="360"/>
          </a:xfrm>
          <a:custGeom>
            <a:avLst/>
            <a:gdLst>
              <a:gd name="textAreaLeft" fmla="*/ 0 w 5662800"/>
              <a:gd name="textAreaRight" fmla="*/ 5671800 w 56628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Google Shape;127;p27"/>
          <p:cNvSpPr/>
          <p:nvPr/>
        </p:nvSpPr>
        <p:spPr>
          <a:xfrm>
            <a:off x="9815760" y="473760"/>
            <a:ext cx="360" cy="484200"/>
          </a:xfrm>
          <a:custGeom>
            <a:avLst/>
            <a:gdLst>
              <a:gd name="textAreaLeft" fmla="*/ 0 w 360"/>
              <a:gd name="textAreaRight" fmla="*/ 460800 w 360"/>
              <a:gd name="textAreaTop" fmla="*/ 0 h 484200"/>
              <a:gd name="textAreaBottom" fmla="*/ 493200 h 4842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Google Shape;128;p27"/>
          <p:cNvSpPr/>
          <p:nvPr/>
        </p:nvSpPr>
        <p:spPr>
          <a:xfrm>
            <a:off x="1899720" y="5203440"/>
            <a:ext cx="7453440" cy="360"/>
          </a:xfrm>
          <a:custGeom>
            <a:avLst/>
            <a:gdLst>
              <a:gd name="textAreaLeft" fmla="*/ 0 w 7453440"/>
              <a:gd name="textAreaRight" fmla="*/ 7462440 w 745344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Google Shape;129;p27"/>
          <p:cNvSpPr/>
          <p:nvPr/>
        </p:nvSpPr>
        <p:spPr>
          <a:xfrm>
            <a:off x="9255960" y="4915800"/>
            <a:ext cx="360" cy="340560"/>
          </a:xfrm>
          <a:custGeom>
            <a:avLst/>
            <a:gdLst>
              <a:gd name="textAreaLeft" fmla="*/ 0 w 360"/>
              <a:gd name="textAreaRight" fmla="*/ 460800 w 360"/>
              <a:gd name="textAreaTop" fmla="*/ 0 h 340560"/>
              <a:gd name="textAreaBottom" fmla="*/ 349560 h 3405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125;p27"/>
          <p:cNvSpPr/>
          <p:nvPr/>
        </p:nvSpPr>
        <p:spPr>
          <a:xfrm>
            <a:off x="20160" y="606600"/>
            <a:ext cx="6108840" cy="9000"/>
          </a:xfrm>
          <a:custGeom>
            <a:avLst/>
            <a:gdLst>
              <a:gd name="textAreaLeft" fmla="*/ 0 w 6108840"/>
              <a:gd name="textAreaRight" fmla="*/ 6117840 w 6108840"/>
              <a:gd name="textAreaTop" fmla="*/ 0 h 9000"/>
              <a:gd name="textAreaBottom" fmla="*/ 18000 h 90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Google Shape;126;p27"/>
          <p:cNvSpPr/>
          <p:nvPr/>
        </p:nvSpPr>
        <p:spPr>
          <a:xfrm>
            <a:off x="4428720" y="840240"/>
            <a:ext cx="5662800" cy="360"/>
          </a:xfrm>
          <a:custGeom>
            <a:avLst/>
            <a:gdLst>
              <a:gd name="textAreaLeft" fmla="*/ 0 w 5662800"/>
              <a:gd name="textAreaRight" fmla="*/ 5671800 w 56628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Google Shape;127;p27"/>
          <p:cNvSpPr/>
          <p:nvPr/>
        </p:nvSpPr>
        <p:spPr>
          <a:xfrm>
            <a:off x="9815760" y="473760"/>
            <a:ext cx="360" cy="484200"/>
          </a:xfrm>
          <a:custGeom>
            <a:avLst/>
            <a:gdLst>
              <a:gd name="textAreaLeft" fmla="*/ 0 w 360"/>
              <a:gd name="textAreaRight" fmla="*/ 460800 w 360"/>
              <a:gd name="textAreaTop" fmla="*/ 0 h 484200"/>
              <a:gd name="textAreaBottom" fmla="*/ 493200 h 4842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Google Shape;128;p27"/>
          <p:cNvSpPr/>
          <p:nvPr/>
        </p:nvSpPr>
        <p:spPr>
          <a:xfrm>
            <a:off x="1899720" y="5203440"/>
            <a:ext cx="7453440" cy="360"/>
          </a:xfrm>
          <a:custGeom>
            <a:avLst/>
            <a:gdLst>
              <a:gd name="textAreaLeft" fmla="*/ 0 w 7453440"/>
              <a:gd name="textAreaRight" fmla="*/ 7462440 w 745344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Google Shape;129;p27"/>
          <p:cNvSpPr/>
          <p:nvPr/>
        </p:nvSpPr>
        <p:spPr>
          <a:xfrm>
            <a:off x="9255960" y="4915800"/>
            <a:ext cx="360" cy="340560"/>
          </a:xfrm>
          <a:custGeom>
            <a:avLst/>
            <a:gdLst>
              <a:gd name="textAreaLeft" fmla="*/ 0 w 360"/>
              <a:gd name="textAreaRight" fmla="*/ 460800 w 360"/>
              <a:gd name="textAreaTop" fmla="*/ 0 h 340560"/>
              <a:gd name="textAreaBottom" fmla="*/ 349560 h 3405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59040" cy="156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body"/>
          </p:nvPr>
        </p:nvSpPr>
        <p:spPr>
          <a:xfrm>
            <a:off x="503280" y="3038760"/>
            <a:ext cx="9059040" cy="156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125;p27"/>
          <p:cNvSpPr/>
          <p:nvPr/>
        </p:nvSpPr>
        <p:spPr>
          <a:xfrm>
            <a:off x="20160" y="606600"/>
            <a:ext cx="6108840" cy="9000"/>
          </a:xfrm>
          <a:custGeom>
            <a:avLst/>
            <a:gdLst>
              <a:gd name="textAreaLeft" fmla="*/ 0 w 6108840"/>
              <a:gd name="textAreaRight" fmla="*/ 6117840 w 6108840"/>
              <a:gd name="textAreaTop" fmla="*/ 0 h 9000"/>
              <a:gd name="textAreaBottom" fmla="*/ 18000 h 90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Google Shape;126;p27"/>
          <p:cNvSpPr/>
          <p:nvPr/>
        </p:nvSpPr>
        <p:spPr>
          <a:xfrm>
            <a:off x="4428720" y="840240"/>
            <a:ext cx="5662800" cy="360"/>
          </a:xfrm>
          <a:custGeom>
            <a:avLst/>
            <a:gdLst>
              <a:gd name="textAreaLeft" fmla="*/ 0 w 5662800"/>
              <a:gd name="textAreaRight" fmla="*/ 5671800 w 56628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Google Shape;127;p27"/>
          <p:cNvSpPr/>
          <p:nvPr/>
        </p:nvSpPr>
        <p:spPr>
          <a:xfrm>
            <a:off x="9815760" y="473760"/>
            <a:ext cx="360" cy="484200"/>
          </a:xfrm>
          <a:custGeom>
            <a:avLst/>
            <a:gdLst>
              <a:gd name="textAreaLeft" fmla="*/ 0 w 360"/>
              <a:gd name="textAreaRight" fmla="*/ 460800 w 360"/>
              <a:gd name="textAreaTop" fmla="*/ 0 h 484200"/>
              <a:gd name="textAreaBottom" fmla="*/ 493200 h 4842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Google Shape;128;p27"/>
          <p:cNvSpPr/>
          <p:nvPr/>
        </p:nvSpPr>
        <p:spPr>
          <a:xfrm>
            <a:off x="1899720" y="5203440"/>
            <a:ext cx="7453440" cy="360"/>
          </a:xfrm>
          <a:custGeom>
            <a:avLst/>
            <a:gdLst>
              <a:gd name="textAreaLeft" fmla="*/ 0 w 7453440"/>
              <a:gd name="textAreaRight" fmla="*/ 7462440 w 745344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Google Shape;129;p27"/>
          <p:cNvSpPr/>
          <p:nvPr/>
        </p:nvSpPr>
        <p:spPr>
          <a:xfrm>
            <a:off x="9255960" y="4915800"/>
            <a:ext cx="360" cy="340560"/>
          </a:xfrm>
          <a:custGeom>
            <a:avLst/>
            <a:gdLst>
              <a:gd name="textAreaLeft" fmla="*/ 0 w 360"/>
              <a:gd name="textAreaRight" fmla="*/ 460800 w 360"/>
              <a:gd name="textAreaTop" fmla="*/ 0 h 340560"/>
              <a:gd name="textAreaBottom" fmla="*/ 349560 h 3405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0440" cy="156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body"/>
          </p:nvPr>
        </p:nvSpPr>
        <p:spPr>
          <a:xfrm>
            <a:off x="5145480" y="1325880"/>
            <a:ext cx="4420440" cy="156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PlaceHolder 4"/>
          <p:cNvSpPr>
            <a:spLocks noGrp="1"/>
          </p:cNvSpPr>
          <p:nvPr>
            <p:ph type="body"/>
          </p:nvPr>
        </p:nvSpPr>
        <p:spPr>
          <a:xfrm>
            <a:off x="503280" y="3038760"/>
            <a:ext cx="4420440" cy="156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PlaceHolder 5"/>
          <p:cNvSpPr>
            <a:spLocks noGrp="1"/>
          </p:cNvSpPr>
          <p:nvPr>
            <p:ph type="body"/>
          </p:nvPr>
        </p:nvSpPr>
        <p:spPr>
          <a:xfrm>
            <a:off x="5145480" y="3038760"/>
            <a:ext cx="4420440" cy="156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3" r:id="rId2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125;p27"/>
          <p:cNvSpPr/>
          <p:nvPr/>
        </p:nvSpPr>
        <p:spPr>
          <a:xfrm>
            <a:off x="20160" y="606600"/>
            <a:ext cx="6108840" cy="9000"/>
          </a:xfrm>
          <a:custGeom>
            <a:avLst/>
            <a:gdLst>
              <a:gd name="textAreaLeft" fmla="*/ 0 w 6108840"/>
              <a:gd name="textAreaRight" fmla="*/ 6117840 w 6108840"/>
              <a:gd name="textAreaTop" fmla="*/ 0 h 9000"/>
              <a:gd name="textAreaBottom" fmla="*/ 18000 h 90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Google Shape;126;p27"/>
          <p:cNvSpPr/>
          <p:nvPr/>
        </p:nvSpPr>
        <p:spPr>
          <a:xfrm>
            <a:off x="4428720" y="840240"/>
            <a:ext cx="5662800" cy="360"/>
          </a:xfrm>
          <a:custGeom>
            <a:avLst/>
            <a:gdLst>
              <a:gd name="textAreaLeft" fmla="*/ 0 w 5662800"/>
              <a:gd name="textAreaRight" fmla="*/ 5671800 w 56628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Google Shape;127;p27"/>
          <p:cNvSpPr/>
          <p:nvPr/>
        </p:nvSpPr>
        <p:spPr>
          <a:xfrm>
            <a:off x="9815760" y="473760"/>
            <a:ext cx="360" cy="484200"/>
          </a:xfrm>
          <a:custGeom>
            <a:avLst/>
            <a:gdLst>
              <a:gd name="textAreaLeft" fmla="*/ 0 w 360"/>
              <a:gd name="textAreaRight" fmla="*/ 460800 w 360"/>
              <a:gd name="textAreaTop" fmla="*/ 0 h 484200"/>
              <a:gd name="textAreaBottom" fmla="*/ 493200 h 4842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Google Shape;128;p27"/>
          <p:cNvSpPr/>
          <p:nvPr/>
        </p:nvSpPr>
        <p:spPr>
          <a:xfrm>
            <a:off x="1899720" y="5203440"/>
            <a:ext cx="7453440" cy="360"/>
          </a:xfrm>
          <a:custGeom>
            <a:avLst/>
            <a:gdLst>
              <a:gd name="textAreaLeft" fmla="*/ 0 w 7453440"/>
              <a:gd name="textAreaRight" fmla="*/ 7462440 w 745344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Google Shape;129;p27"/>
          <p:cNvSpPr/>
          <p:nvPr/>
        </p:nvSpPr>
        <p:spPr>
          <a:xfrm>
            <a:off x="9255960" y="4915800"/>
            <a:ext cx="360" cy="340560"/>
          </a:xfrm>
          <a:custGeom>
            <a:avLst/>
            <a:gdLst>
              <a:gd name="textAreaLeft" fmla="*/ 0 w 360"/>
              <a:gd name="textAreaRight" fmla="*/ 460800 w 360"/>
              <a:gd name="textAreaTop" fmla="*/ 0 h 340560"/>
              <a:gd name="textAreaBottom" fmla="*/ 349560 h 3405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5" r:id="rId2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125;p27"/>
          <p:cNvSpPr/>
          <p:nvPr/>
        </p:nvSpPr>
        <p:spPr>
          <a:xfrm>
            <a:off x="20160" y="606600"/>
            <a:ext cx="6108840" cy="9000"/>
          </a:xfrm>
          <a:custGeom>
            <a:avLst/>
            <a:gdLst>
              <a:gd name="textAreaLeft" fmla="*/ 0 w 6108840"/>
              <a:gd name="textAreaRight" fmla="*/ 6117840 w 6108840"/>
              <a:gd name="textAreaTop" fmla="*/ 0 h 9000"/>
              <a:gd name="textAreaBottom" fmla="*/ 18000 h 90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Google Shape;126;p27"/>
          <p:cNvSpPr/>
          <p:nvPr/>
        </p:nvSpPr>
        <p:spPr>
          <a:xfrm>
            <a:off x="4428720" y="840240"/>
            <a:ext cx="5662800" cy="360"/>
          </a:xfrm>
          <a:custGeom>
            <a:avLst/>
            <a:gdLst>
              <a:gd name="textAreaLeft" fmla="*/ 0 w 5662800"/>
              <a:gd name="textAreaRight" fmla="*/ 5671800 w 56628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Google Shape;127;p27"/>
          <p:cNvSpPr/>
          <p:nvPr/>
        </p:nvSpPr>
        <p:spPr>
          <a:xfrm>
            <a:off x="9815760" y="473760"/>
            <a:ext cx="360" cy="484200"/>
          </a:xfrm>
          <a:custGeom>
            <a:avLst/>
            <a:gdLst>
              <a:gd name="textAreaLeft" fmla="*/ 0 w 360"/>
              <a:gd name="textAreaRight" fmla="*/ 460800 w 360"/>
              <a:gd name="textAreaTop" fmla="*/ 0 h 484200"/>
              <a:gd name="textAreaBottom" fmla="*/ 493200 h 4842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Google Shape;128;p27"/>
          <p:cNvSpPr/>
          <p:nvPr/>
        </p:nvSpPr>
        <p:spPr>
          <a:xfrm>
            <a:off x="1899720" y="5203440"/>
            <a:ext cx="7453440" cy="360"/>
          </a:xfrm>
          <a:custGeom>
            <a:avLst/>
            <a:gdLst>
              <a:gd name="textAreaLeft" fmla="*/ 0 w 7453440"/>
              <a:gd name="textAreaRight" fmla="*/ 7462440 w 745344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Google Shape;129;p27"/>
          <p:cNvSpPr/>
          <p:nvPr/>
        </p:nvSpPr>
        <p:spPr>
          <a:xfrm>
            <a:off x="9255960" y="4915800"/>
            <a:ext cx="360" cy="340560"/>
          </a:xfrm>
          <a:custGeom>
            <a:avLst/>
            <a:gdLst>
              <a:gd name="textAreaLeft" fmla="*/ 0 w 360"/>
              <a:gd name="textAreaRight" fmla="*/ 460800 w 360"/>
              <a:gd name="textAreaTop" fmla="*/ 0 h 340560"/>
              <a:gd name="textAreaBottom" fmla="*/ 349560 h 3405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59040" cy="32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7" r:id="rId2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125;p27"/>
          <p:cNvSpPr/>
          <p:nvPr/>
        </p:nvSpPr>
        <p:spPr>
          <a:xfrm>
            <a:off x="20160" y="606600"/>
            <a:ext cx="6108840" cy="9000"/>
          </a:xfrm>
          <a:custGeom>
            <a:avLst/>
            <a:gdLst>
              <a:gd name="textAreaLeft" fmla="*/ 0 w 6108840"/>
              <a:gd name="textAreaRight" fmla="*/ 6117840 w 6108840"/>
              <a:gd name="textAreaTop" fmla="*/ 0 h 9000"/>
              <a:gd name="textAreaBottom" fmla="*/ 18000 h 90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Google Shape;126;p27"/>
          <p:cNvSpPr/>
          <p:nvPr/>
        </p:nvSpPr>
        <p:spPr>
          <a:xfrm>
            <a:off x="4428720" y="840240"/>
            <a:ext cx="5662800" cy="360"/>
          </a:xfrm>
          <a:custGeom>
            <a:avLst/>
            <a:gdLst>
              <a:gd name="textAreaLeft" fmla="*/ 0 w 5662800"/>
              <a:gd name="textAreaRight" fmla="*/ 5671800 w 56628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Google Shape;127;p27"/>
          <p:cNvSpPr/>
          <p:nvPr/>
        </p:nvSpPr>
        <p:spPr>
          <a:xfrm>
            <a:off x="9815760" y="473760"/>
            <a:ext cx="360" cy="484200"/>
          </a:xfrm>
          <a:custGeom>
            <a:avLst/>
            <a:gdLst>
              <a:gd name="textAreaLeft" fmla="*/ 0 w 360"/>
              <a:gd name="textAreaRight" fmla="*/ 460800 w 360"/>
              <a:gd name="textAreaTop" fmla="*/ 0 h 484200"/>
              <a:gd name="textAreaBottom" fmla="*/ 493200 h 4842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Google Shape;128;p27"/>
          <p:cNvSpPr/>
          <p:nvPr/>
        </p:nvSpPr>
        <p:spPr>
          <a:xfrm>
            <a:off x="1899720" y="5203440"/>
            <a:ext cx="7453440" cy="360"/>
          </a:xfrm>
          <a:custGeom>
            <a:avLst/>
            <a:gdLst>
              <a:gd name="textAreaLeft" fmla="*/ 0 w 7453440"/>
              <a:gd name="textAreaRight" fmla="*/ 7462440 w 745344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Google Shape;129;p27"/>
          <p:cNvSpPr/>
          <p:nvPr/>
        </p:nvSpPr>
        <p:spPr>
          <a:xfrm>
            <a:off x="9255960" y="4915800"/>
            <a:ext cx="360" cy="340560"/>
          </a:xfrm>
          <a:custGeom>
            <a:avLst/>
            <a:gdLst>
              <a:gd name="textAreaLeft" fmla="*/ 0 w 360"/>
              <a:gd name="textAreaRight" fmla="*/ 460800 w 360"/>
              <a:gd name="textAreaTop" fmla="*/ 0 h 340560"/>
              <a:gd name="textAreaBottom" fmla="*/ 349560 h 3405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59040" cy="32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9" r:id="rId2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125;p27"/>
          <p:cNvSpPr/>
          <p:nvPr/>
        </p:nvSpPr>
        <p:spPr>
          <a:xfrm>
            <a:off x="20160" y="606600"/>
            <a:ext cx="6108840" cy="9000"/>
          </a:xfrm>
          <a:custGeom>
            <a:avLst/>
            <a:gdLst>
              <a:gd name="textAreaLeft" fmla="*/ 0 w 6108840"/>
              <a:gd name="textAreaRight" fmla="*/ 6117840 w 6108840"/>
              <a:gd name="textAreaTop" fmla="*/ 0 h 9000"/>
              <a:gd name="textAreaBottom" fmla="*/ 18000 h 90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Google Shape;126;p27"/>
          <p:cNvSpPr/>
          <p:nvPr/>
        </p:nvSpPr>
        <p:spPr>
          <a:xfrm>
            <a:off x="4428720" y="840240"/>
            <a:ext cx="5662800" cy="360"/>
          </a:xfrm>
          <a:custGeom>
            <a:avLst/>
            <a:gdLst>
              <a:gd name="textAreaLeft" fmla="*/ 0 w 5662800"/>
              <a:gd name="textAreaRight" fmla="*/ 5671800 w 56628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Google Shape;127;p27"/>
          <p:cNvSpPr/>
          <p:nvPr/>
        </p:nvSpPr>
        <p:spPr>
          <a:xfrm>
            <a:off x="9815760" y="473760"/>
            <a:ext cx="360" cy="484200"/>
          </a:xfrm>
          <a:custGeom>
            <a:avLst/>
            <a:gdLst>
              <a:gd name="textAreaLeft" fmla="*/ 0 w 360"/>
              <a:gd name="textAreaRight" fmla="*/ 460800 w 360"/>
              <a:gd name="textAreaTop" fmla="*/ 0 h 484200"/>
              <a:gd name="textAreaBottom" fmla="*/ 493200 h 4842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Google Shape;128;p27"/>
          <p:cNvSpPr/>
          <p:nvPr/>
        </p:nvSpPr>
        <p:spPr>
          <a:xfrm>
            <a:off x="1899720" y="5203440"/>
            <a:ext cx="7453440" cy="360"/>
          </a:xfrm>
          <a:custGeom>
            <a:avLst/>
            <a:gdLst>
              <a:gd name="textAreaLeft" fmla="*/ 0 w 7453440"/>
              <a:gd name="textAreaRight" fmla="*/ 7462440 w 745344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Google Shape;129;p27"/>
          <p:cNvSpPr/>
          <p:nvPr/>
        </p:nvSpPr>
        <p:spPr>
          <a:xfrm>
            <a:off x="9255960" y="4915800"/>
            <a:ext cx="360" cy="340560"/>
          </a:xfrm>
          <a:custGeom>
            <a:avLst/>
            <a:gdLst>
              <a:gd name="textAreaLeft" fmla="*/ 0 w 360"/>
              <a:gd name="textAreaRight" fmla="*/ 460800 w 360"/>
              <a:gd name="textAreaTop" fmla="*/ 0 h 340560"/>
              <a:gd name="textAreaBottom" fmla="*/ 349560 h 3405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0440" cy="32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 type="body"/>
          </p:nvPr>
        </p:nvSpPr>
        <p:spPr>
          <a:xfrm>
            <a:off x="5145480" y="1325880"/>
            <a:ext cx="4420440" cy="32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1" r:id="rId2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125;p27"/>
          <p:cNvSpPr/>
          <p:nvPr/>
        </p:nvSpPr>
        <p:spPr>
          <a:xfrm>
            <a:off x="20160" y="606600"/>
            <a:ext cx="6108840" cy="9000"/>
          </a:xfrm>
          <a:custGeom>
            <a:avLst/>
            <a:gdLst>
              <a:gd name="textAreaLeft" fmla="*/ 0 w 6108840"/>
              <a:gd name="textAreaRight" fmla="*/ 6117840 w 6108840"/>
              <a:gd name="textAreaTop" fmla="*/ 0 h 9000"/>
              <a:gd name="textAreaBottom" fmla="*/ 18000 h 90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Google Shape;126;p27"/>
          <p:cNvSpPr/>
          <p:nvPr/>
        </p:nvSpPr>
        <p:spPr>
          <a:xfrm>
            <a:off x="4428720" y="840240"/>
            <a:ext cx="5662800" cy="360"/>
          </a:xfrm>
          <a:custGeom>
            <a:avLst/>
            <a:gdLst>
              <a:gd name="textAreaLeft" fmla="*/ 0 w 5662800"/>
              <a:gd name="textAreaRight" fmla="*/ 5671800 w 56628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Google Shape;127;p27"/>
          <p:cNvSpPr/>
          <p:nvPr/>
        </p:nvSpPr>
        <p:spPr>
          <a:xfrm>
            <a:off x="9815760" y="473760"/>
            <a:ext cx="360" cy="484200"/>
          </a:xfrm>
          <a:custGeom>
            <a:avLst/>
            <a:gdLst>
              <a:gd name="textAreaLeft" fmla="*/ 0 w 360"/>
              <a:gd name="textAreaRight" fmla="*/ 460800 w 360"/>
              <a:gd name="textAreaTop" fmla="*/ 0 h 484200"/>
              <a:gd name="textAreaBottom" fmla="*/ 493200 h 4842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Google Shape;128;p27"/>
          <p:cNvSpPr/>
          <p:nvPr/>
        </p:nvSpPr>
        <p:spPr>
          <a:xfrm>
            <a:off x="1899720" y="5203440"/>
            <a:ext cx="7453440" cy="360"/>
          </a:xfrm>
          <a:custGeom>
            <a:avLst/>
            <a:gdLst>
              <a:gd name="textAreaLeft" fmla="*/ 0 w 7453440"/>
              <a:gd name="textAreaRight" fmla="*/ 7462440 w 745344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Google Shape;129;p27"/>
          <p:cNvSpPr/>
          <p:nvPr/>
        </p:nvSpPr>
        <p:spPr>
          <a:xfrm>
            <a:off x="9255960" y="4915800"/>
            <a:ext cx="360" cy="340560"/>
          </a:xfrm>
          <a:custGeom>
            <a:avLst/>
            <a:gdLst>
              <a:gd name="textAreaLeft" fmla="*/ 0 w 360"/>
              <a:gd name="textAreaRight" fmla="*/ 460800 w 360"/>
              <a:gd name="textAreaTop" fmla="*/ 0 h 340560"/>
              <a:gd name="textAreaBottom" fmla="*/ 349560 h 3405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3" r:id="rId2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125;p27"/>
          <p:cNvSpPr/>
          <p:nvPr/>
        </p:nvSpPr>
        <p:spPr>
          <a:xfrm>
            <a:off x="20160" y="606600"/>
            <a:ext cx="6108840" cy="9000"/>
          </a:xfrm>
          <a:custGeom>
            <a:avLst/>
            <a:gdLst>
              <a:gd name="textAreaLeft" fmla="*/ 0 w 6108840"/>
              <a:gd name="textAreaRight" fmla="*/ 6117840 w 6108840"/>
              <a:gd name="textAreaTop" fmla="*/ 0 h 9000"/>
              <a:gd name="textAreaBottom" fmla="*/ 18000 h 90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Google Shape;126;p27"/>
          <p:cNvSpPr/>
          <p:nvPr/>
        </p:nvSpPr>
        <p:spPr>
          <a:xfrm>
            <a:off x="4428720" y="840240"/>
            <a:ext cx="5662800" cy="360"/>
          </a:xfrm>
          <a:custGeom>
            <a:avLst/>
            <a:gdLst>
              <a:gd name="textAreaLeft" fmla="*/ 0 w 5662800"/>
              <a:gd name="textAreaRight" fmla="*/ 5671800 w 56628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Google Shape;127;p27"/>
          <p:cNvSpPr/>
          <p:nvPr/>
        </p:nvSpPr>
        <p:spPr>
          <a:xfrm>
            <a:off x="9815760" y="473760"/>
            <a:ext cx="360" cy="484200"/>
          </a:xfrm>
          <a:custGeom>
            <a:avLst/>
            <a:gdLst>
              <a:gd name="textAreaLeft" fmla="*/ 0 w 360"/>
              <a:gd name="textAreaRight" fmla="*/ 460800 w 360"/>
              <a:gd name="textAreaTop" fmla="*/ 0 h 484200"/>
              <a:gd name="textAreaBottom" fmla="*/ 493200 h 4842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Google Shape;128;p27"/>
          <p:cNvSpPr/>
          <p:nvPr/>
        </p:nvSpPr>
        <p:spPr>
          <a:xfrm>
            <a:off x="1899720" y="5203440"/>
            <a:ext cx="7453440" cy="360"/>
          </a:xfrm>
          <a:custGeom>
            <a:avLst/>
            <a:gdLst>
              <a:gd name="textAreaLeft" fmla="*/ 0 w 7453440"/>
              <a:gd name="textAreaRight" fmla="*/ 7462440 w 745344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Google Shape;129;p27"/>
          <p:cNvSpPr/>
          <p:nvPr/>
        </p:nvSpPr>
        <p:spPr>
          <a:xfrm>
            <a:off x="9255960" y="4915800"/>
            <a:ext cx="360" cy="340560"/>
          </a:xfrm>
          <a:custGeom>
            <a:avLst/>
            <a:gdLst>
              <a:gd name="textAreaLeft" fmla="*/ 0 w 360"/>
              <a:gd name="textAreaRight" fmla="*/ 460800 w 360"/>
              <a:gd name="textAreaTop" fmla="*/ 0 h 340560"/>
              <a:gd name="textAreaBottom" fmla="*/ 349560 h 3405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5" r:id="rId2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125;p27"/>
          <p:cNvSpPr/>
          <p:nvPr/>
        </p:nvSpPr>
        <p:spPr>
          <a:xfrm>
            <a:off x="20160" y="606600"/>
            <a:ext cx="6108840" cy="9000"/>
          </a:xfrm>
          <a:custGeom>
            <a:avLst/>
            <a:gdLst>
              <a:gd name="textAreaLeft" fmla="*/ 0 w 6108840"/>
              <a:gd name="textAreaRight" fmla="*/ 6117840 w 6108840"/>
              <a:gd name="textAreaTop" fmla="*/ 0 h 9000"/>
              <a:gd name="textAreaBottom" fmla="*/ 18000 h 90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Google Shape;126;p27"/>
          <p:cNvSpPr/>
          <p:nvPr/>
        </p:nvSpPr>
        <p:spPr>
          <a:xfrm>
            <a:off x="4428720" y="840240"/>
            <a:ext cx="5662800" cy="360"/>
          </a:xfrm>
          <a:custGeom>
            <a:avLst/>
            <a:gdLst>
              <a:gd name="textAreaLeft" fmla="*/ 0 w 5662800"/>
              <a:gd name="textAreaRight" fmla="*/ 5671800 w 56628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Google Shape;127;p27"/>
          <p:cNvSpPr/>
          <p:nvPr/>
        </p:nvSpPr>
        <p:spPr>
          <a:xfrm>
            <a:off x="9815760" y="473760"/>
            <a:ext cx="360" cy="484200"/>
          </a:xfrm>
          <a:custGeom>
            <a:avLst/>
            <a:gdLst>
              <a:gd name="textAreaLeft" fmla="*/ 0 w 360"/>
              <a:gd name="textAreaRight" fmla="*/ 460800 w 360"/>
              <a:gd name="textAreaTop" fmla="*/ 0 h 484200"/>
              <a:gd name="textAreaBottom" fmla="*/ 493200 h 4842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Google Shape;128;p27"/>
          <p:cNvSpPr/>
          <p:nvPr/>
        </p:nvSpPr>
        <p:spPr>
          <a:xfrm>
            <a:off x="1899720" y="5203440"/>
            <a:ext cx="7453440" cy="360"/>
          </a:xfrm>
          <a:custGeom>
            <a:avLst/>
            <a:gdLst>
              <a:gd name="textAreaLeft" fmla="*/ 0 w 7453440"/>
              <a:gd name="textAreaRight" fmla="*/ 7462440 w 745344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Google Shape;129;p27"/>
          <p:cNvSpPr/>
          <p:nvPr/>
        </p:nvSpPr>
        <p:spPr>
          <a:xfrm>
            <a:off x="9255960" y="4915800"/>
            <a:ext cx="360" cy="340560"/>
          </a:xfrm>
          <a:custGeom>
            <a:avLst/>
            <a:gdLst>
              <a:gd name="textAreaLeft" fmla="*/ 0 w 360"/>
              <a:gd name="textAreaRight" fmla="*/ 460800 w 360"/>
              <a:gd name="textAreaTop" fmla="*/ 0 h 340560"/>
              <a:gd name="textAreaBottom" fmla="*/ 349560 h 3405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0440" cy="156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body"/>
          </p:nvPr>
        </p:nvSpPr>
        <p:spPr>
          <a:xfrm>
            <a:off x="5145480" y="1325880"/>
            <a:ext cx="4420440" cy="32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PlaceHolder 4"/>
          <p:cNvSpPr>
            <a:spLocks noGrp="1"/>
          </p:cNvSpPr>
          <p:nvPr>
            <p:ph type="body"/>
          </p:nvPr>
        </p:nvSpPr>
        <p:spPr>
          <a:xfrm>
            <a:off x="503280" y="3038760"/>
            <a:ext cx="4420440" cy="156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7" r:id="rId2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125;p27"/>
          <p:cNvSpPr/>
          <p:nvPr/>
        </p:nvSpPr>
        <p:spPr>
          <a:xfrm>
            <a:off x="20160" y="606600"/>
            <a:ext cx="6108840" cy="9000"/>
          </a:xfrm>
          <a:custGeom>
            <a:avLst/>
            <a:gdLst>
              <a:gd name="textAreaLeft" fmla="*/ 0 w 6108840"/>
              <a:gd name="textAreaRight" fmla="*/ 6117840 w 6108840"/>
              <a:gd name="textAreaTop" fmla="*/ 0 h 9000"/>
              <a:gd name="textAreaBottom" fmla="*/ 18000 h 90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Google Shape;126;p27"/>
          <p:cNvSpPr/>
          <p:nvPr/>
        </p:nvSpPr>
        <p:spPr>
          <a:xfrm>
            <a:off x="4428720" y="840240"/>
            <a:ext cx="5662800" cy="360"/>
          </a:xfrm>
          <a:custGeom>
            <a:avLst/>
            <a:gdLst>
              <a:gd name="textAreaLeft" fmla="*/ 0 w 5662800"/>
              <a:gd name="textAreaRight" fmla="*/ 5671800 w 56628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Google Shape;127;p27"/>
          <p:cNvSpPr/>
          <p:nvPr/>
        </p:nvSpPr>
        <p:spPr>
          <a:xfrm>
            <a:off x="9815760" y="473760"/>
            <a:ext cx="360" cy="484200"/>
          </a:xfrm>
          <a:custGeom>
            <a:avLst/>
            <a:gdLst>
              <a:gd name="textAreaLeft" fmla="*/ 0 w 360"/>
              <a:gd name="textAreaRight" fmla="*/ 460800 w 360"/>
              <a:gd name="textAreaTop" fmla="*/ 0 h 484200"/>
              <a:gd name="textAreaBottom" fmla="*/ 493200 h 4842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Google Shape;128;p27"/>
          <p:cNvSpPr/>
          <p:nvPr/>
        </p:nvSpPr>
        <p:spPr>
          <a:xfrm>
            <a:off x="1899720" y="5203440"/>
            <a:ext cx="7453440" cy="360"/>
          </a:xfrm>
          <a:custGeom>
            <a:avLst/>
            <a:gdLst>
              <a:gd name="textAreaLeft" fmla="*/ 0 w 7453440"/>
              <a:gd name="textAreaRight" fmla="*/ 7462440 w 745344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Google Shape;129;p27"/>
          <p:cNvSpPr/>
          <p:nvPr/>
        </p:nvSpPr>
        <p:spPr>
          <a:xfrm>
            <a:off x="9255960" y="4915800"/>
            <a:ext cx="360" cy="340560"/>
          </a:xfrm>
          <a:custGeom>
            <a:avLst/>
            <a:gdLst>
              <a:gd name="textAreaLeft" fmla="*/ 0 w 360"/>
              <a:gd name="textAreaRight" fmla="*/ 460800 w 360"/>
              <a:gd name="textAreaTop" fmla="*/ 0 h 340560"/>
              <a:gd name="textAreaBottom" fmla="*/ 349560 h 3405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0440" cy="32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PlaceHolder 3"/>
          <p:cNvSpPr>
            <a:spLocks noGrp="1"/>
          </p:cNvSpPr>
          <p:nvPr>
            <p:ph type="body"/>
          </p:nvPr>
        </p:nvSpPr>
        <p:spPr>
          <a:xfrm>
            <a:off x="5145480" y="1325880"/>
            <a:ext cx="4420440" cy="156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PlaceHolder 4"/>
          <p:cNvSpPr>
            <a:spLocks noGrp="1"/>
          </p:cNvSpPr>
          <p:nvPr>
            <p:ph type="body"/>
          </p:nvPr>
        </p:nvSpPr>
        <p:spPr>
          <a:xfrm>
            <a:off x="5145480" y="3038760"/>
            <a:ext cx="4420440" cy="156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9" r:id="rId2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125;p27"/>
          <p:cNvSpPr/>
          <p:nvPr/>
        </p:nvSpPr>
        <p:spPr>
          <a:xfrm>
            <a:off x="20160" y="606600"/>
            <a:ext cx="6108840" cy="9000"/>
          </a:xfrm>
          <a:custGeom>
            <a:avLst/>
            <a:gdLst>
              <a:gd name="textAreaLeft" fmla="*/ 0 w 6108840"/>
              <a:gd name="textAreaRight" fmla="*/ 6117840 w 6108840"/>
              <a:gd name="textAreaTop" fmla="*/ 0 h 9000"/>
              <a:gd name="textAreaBottom" fmla="*/ 18000 h 90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Google Shape;126;p27"/>
          <p:cNvSpPr/>
          <p:nvPr/>
        </p:nvSpPr>
        <p:spPr>
          <a:xfrm>
            <a:off x="4428720" y="840240"/>
            <a:ext cx="5662800" cy="360"/>
          </a:xfrm>
          <a:custGeom>
            <a:avLst/>
            <a:gdLst>
              <a:gd name="textAreaLeft" fmla="*/ 0 w 5662800"/>
              <a:gd name="textAreaRight" fmla="*/ 5671800 w 56628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Google Shape;127;p27"/>
          <p:cNvSpPr/>
          <p:nvPr/>
        </p:nvSpPr>
        <p:spPr>
          <a:xfrm>
            <a:off x="9815760" y="473760"/>
            <a:ext cx="360" cy="484200"/>
          </a:xfrm>
          <a:custGeom>
            <a:avLst/>
            <a:gdLst>
              <a:gd name="textAreaLeft" fmla="*/ 0 w 360"/>
              <a:gd name="textAreaRight" fmla="*/ 460800 w 360"/>
              <a:gd name="textAreaTop" fmla="*/ 0 h 484200"/>
              <a:gd name="textAreaBottom" fmla="*/ 493200 h 4842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Google Shape;128;p27"/>
          <p:cNvSpPr/>
          <p:nvPr/>
        </p:nvSpPr>
        <p:spPr>
          <a:xfrm>
            <a:off x="1899720" y="5203440"/>
            <a:ext cx="7453440" cy="360"/>
          </a:xfrm>
          <a:custGeom>
            <a:avLst/>
            <a:gdLst>
              <a:gd name="textAreaLeft" fmla="*/ 0 w 7453440"/>
              <a:gd name="textAreaRight" fmla="*/ 7462440 w 745344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Google Shape;129;p27"/>
          <p:cNvSpPr/>
          <p:nvPr/>
        </p:nvSpPr>
        <p:spPr>
          <a:xfrm>
            <a:off x="9255960" y="4915800"/>
            <a:ext cx="360" cy="340560"/>
          </a:xfrm>
          <a:custGeom>
            <a:avLst/>
            <a:gdLst>
              <a:gd name="textAreaLeft" fmla="*/ 0 w 360"/>
              <a:gd name="textAreaRight" fmla="*/ 460800 w 360"/>
              <a:gd name="textAreaTop" fmla="*/ 0 h 340560"/>
              <a:gd name="textAreaBottom" fmla="*/ 349560 h 3405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0440" cy="156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body"/>
          </p:nvPr>
        </p:nvSpPr>
        <p:spPr>
          <a:xfrm>
            <a:off x="5145480" y="1325880"/>
            <a:ext cx="4420440" cy="156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PlaceHolder 4"/>
          <p:cNvSpPr>
            <a:spLocks noGrp="1"/>
          </p:cNvSpPr>
          <p:nvPr>
            <p:ph type="body"/>
          </p:nvPr>
        </p:nvSpPr>
        <p:spPr>
          <a:xfrm>
            <a:off x="503280" y="3038760"/>
            <a:ext cx="9059040" cy="156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1" r:id="rId2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184;p40"/>
          <p:cNvSpPr/>
          <p:nvPr/>
        </p:nvSpPr>
        <p:spPr>
          <a:xfrm>
            <a:off x="20160" y="606600"/>
            <a:ext cx="6108840" cy="9000"/>
          </a:xfrm>
          <a:custGeom>
            <a:avLst/>
            <a:gdLst>
              <a:gd name="textAreaLeft" fmla="*/ 0 w 6108840"/>
              <a:gd name="textAreaRight" fmla="*/ 6117840 w 6108840"/>
              <a:gd name="textAreaTop" fmla="*/ 0 h 9000"/>
              <a:gd name="textAreaBottom" fmla="*/ 18000 h 90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Google Shape;185;p40"/>
          <p:cNvSpPr/>
          <p:nvPr/>
        </p:nvSpPr>
        <p:spPr>
          <a:xfrm>
            <a:off x="4428720" y="840240"/>
            <a:ext cx="5662800" cy="360"/>
          </a:xfrm>
          <a:custGeom>
            <a:avLst/>
            <a:gdLst>
              <a:gd name="textAreaLeft" fmla="*/ 0 w 5662800"/>
              <a:gd name="textAreaRight" fmla="*/ 5671800 w 56628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Google Shape;186;p40"/>
          <p:cNvSpPr/>
          <p:nvPr/>
        </p:nvSpPr>
        <p:spPr>
          <a:xfrm>
            <a:off x="9815760" y="473760"/>
            <a:ext cx="360" cy="484200"/>
          </a:xfrm>
          <a:custGeom>
            <a:avLst/>
            <a:gdLst>
              <a:gd name="textAreaLeft" fmla="*/ 0 w 360"/>
              <a:gd name="textAreaRight" fmla="*/ 460800 w 360"/>
              <a:gd name="textAreaTop" fmla="*/ 0 h 484200"/>
              <a:gd name="textAreaBottom" fmla="*/ 493200 h 4842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Google Shape;187;p40"/>
          <p:cNvSpPr/>
          <p:nvPr/>
        </p:nvSpPr>
        <p:spPr>
          <a:xfrm>
            <a:off x="5641200" y="5193360"/>
            <a:ext cx="3711600" cy="360"/>
          </a:xfrm>
          <a:custGeom>
            <a:avLst/>
            <a:gdLst>
              <a:gd name="textAreaLeft" fmla="*/ 0 w 3711600"/>
              <a:gd name="textAreaRight" fmla="*/ 3720600 w 37116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Google Shape;188;p40"/>
          <p:cNvSpPr/>
          <p:nvPr/>
        </p:nvSpPr>
        <p:spPr>
          <a:xfrm>
            <a:off x="9255960" y="4915800"/>
            <a:ext cx="360" cy="340560"/>
          </a:xfrm>
          <a:custGeom>
            <a:avLst/>
            <a:gdLst>
              <a:gd name="textAreaLeft" fmla="*/ 0 w 360"/>
              <a:gd name="textAreaRight" fmla="*/ 460800 w 360"/>
              <a:gd name="textAreaTop" fmla="*/ 0 h 340560"/>
              <a:gd name="textAreaBottom" fmla="*/ 349560 h 3405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Google Shape;189;p40"/>
          <p:cNvSpPr/>
          <p:nvPr/>
        </p:nvSpPr>
        <p:spPr>
          <a:xfrm>
            <a:off x="973440" y="5193000"/>
            <a:ext cx="3711600" cy="360"/>
          </a:xfrm>
          <a:custGeom>
            <a:avLst/>
            <a:gdLst>
              <a:gd name="textAreaLeft" fmla="*/ 0 w 3711600"/>
              <a:gd name="textAreaRight" fmla="*/ 3720600 w 37116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Google Shape;190;p40"/>
          <p:cNvSpPr/>
          <p:nvPr/>
        </p:nvSpPr>
        <p:spPr>
          <a:xfrm>
            <a:off x="4587840" y="4912560"/>
            <a:ext cx="360" cy="340560"/>
          </a:xfrm>
          <a:custGeom>
            <a:avLst/>
            <a:gdLst>
              <a:gd name="textAreaLeft" fmla="*/ 0 w 360"/>
              <a:gd name="textAreaRight" fmla="*/ 460800 w 360"/>
              <a:gd name="textAreaTop" fmla="*/ 0 h 340560"/>
              <a:gd name="textAreaBottom" fmla="*/ 349560 h 3405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Google Shape;191;p40"/>
          <p:cNvSpPr/>
          <p:nvPr/>
        </p:nvSpPr>
        <p:spPr>
          <a:xfrm>
            <a:off x="5052960" y="1036440"/>
            <a:ext cx="1800" cy="3691080"/>
          </a:xfrm>
          <a:custGeom>
            <a:avLst/>
            <a:gdLst>
              <a:gd name="textAreaLeft" fmla="*/ 0 w 1800"/>
              <a:gd name="textAreaRight" fmla="*/ 10800 w 1800"/>
              <a:gd name="textAreaTop" fmla="*/ 0 h 3691080"/>
              <a:gd name="textAreaBottom" fmla="*/ 3700080 h 369108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>
                  <a:alpha val="0"/>
                </a:srgbClr>
              </a:gs>
              <a:gs pos="50000">
                <a:srgbClr val="cccccc">
                  <a:alpha val="0"/>
                </a:srgbClr>
              </a:gs>
              <a:gs pos="100000">
                <a:srgbClr val="111111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3" r:id="rId2"/>
  </p:sldLayoutIdLst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184;p40"/>
          <p:cNvSpPr/>
          <p:nvPr/>
        </p:nvSpPr>
        <p:spPr>
          <a:xfrm>
            <a:off x="20160" y="606600"/>
            <a:ext cx="6108840" cy="9000"/>
          </a:xfrm>
          <a:custGeom>
            <a:avLst/>
            <a:gdLst>
              <a:gd name="textAreaLeft" fmla="*/ 0 w 6108840"/>
              <a:gd name="textAreaRight" fmla="*/ 6117840 w 6108840"/>
              <a:gd name="textAreaTop" fmla="*/ 0 h 9000"/>
              <a:gd name="textAreaBottom" fmla="*/ 18000 h 90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Google Shape;185;p40"/>
          <p:cNvSpPr/>
          <p:nvPr/>
        </p:nvSpPr>
        <p:spPr>
          <a:xfrm>
            <a:off x="4428720" y="840240"/>
            <a:ext cx="5662800" cy="360"/>
          </a:xfrm>
          <a:custGeom>
            <a:avLst/>
            <a:gdLst>
              <a:gd name="textAreaLeft" fmla="*/ 0 w 5662800"/>
              <a:gd name="textAreaRight" fmla="*/ 5671800 w 56628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Google Shape;186;p40"/>
          <p:cNvSpPr/>
          <p:nvPr/>
        </p:nvSpPr>
        <p:spPr>
          <a:xfrm>
            <a:off x="9815760" y="473760"/>
            <a:ext cx="360" cy="484200"/>
          </a:xfrm>
          <a:custGeom>
            <a:avLst/>
            <a:gdLst>
              <a:gd name="textAreaLeft" fmla="*/ 0 w 360"/>
              <a:gd name="textAreaRight" fmla="*/ 460800 w 360"/>
              <a:gd name="textAreaTop" fmla="*/ 0 h 484200"/>
              <a:gd name="textAreaBottom" fmla="*/ 493200 h 4842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Google Shape;187;p40"/>
          <p:cNvSpPr/>
          <p:nvPr/>
        </p:nvSpPr>
        <p:spPr>
          <a:xfrm>
            <a:off x="5641200" y="5193360"/>
            <a:ext cx="3711600" cy="360"/>
          </a:xfrm>
          <a:custGeom>
            <a:avLst/>
            <a:gdLst>
              <a:gd name="textAreaLeft" fmla="*/ 0 w 3711600"/>
              <a:gd name="textAreaRight" fmla="*/ 3720600 w 37116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Google Shape;188;p40"/>
          <p:cNvSpPr/>
          <p:nvPr/>
        </p:nvSpPr>
        <p:spPr>
          <a:xfrm>
            <a:off x="9255960" y="4915800"/>
            <a:ext cx="360" cy="340560"/>
          </a:xfrm>
          <a:custGeom>
            <a:avLst/>
            <a:gdLst>
              <a:gd name="textAreaLeft" fmla="*/ 0 w 360"/>
              <a:gd name="textAreaRight" fmla="*/ 460800 w 360"/>
              <a:gd name="textAreaTop" fmla="*/ 0 h 340560"/>
              <a:gd name="textAreaBottom" fmla="*/ 349560 h 3405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Google Shape;189;p40"/>
          <p:cNvSpPr/>
          <p:nvPr/>
        </p:nvSpPr>
        <p:spPr>
          <a:xfrm>
            <a:off x="973440" y="5193000"/>
            <a:ext cx="3711600" cy="360"/>
          </a:xfrm>
          <a:custGeom>
            <a:avLst/>
            <a:gdLst>
              <a:gd name="textAreaLeft" fmla="*/ 0 w 3711600"/>
              <a:gd name="textAreaRight" fmla="*/ 3720600 w 37116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Google Shape;190;p40"/>
          <p:cNvSpPr/>
          <p:nvPr/>
        </p:nvSpPr>
        <p:spPr>
          <a:xfrm>
            <a:off x="4587840" y="4912560"/>
            <a:ext cx="360" cy="340560"/>
          </a:xfrm>
          <a:custGeom>
            <a:avLst/>
            <a:gdLst>
              <a:gd name="textAreaLeft" fmla="*/ 0 w 360"/>
              <a:gd name="textAreaRight" fmla="*/ 460800 w 360"/>
              <a:gd name="textAreaTop" fmla="*/ 0 h 340560"/>
              <a:gd name="textAreaBottom" fmla="*/ 349560 h 3405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Google Shape;191;p40"/>
          <p:cNvSpPr/>
          <p:nvPr/>
        </p:nvSpPr>
        <p:spPr>
          <a:xfrm>
            <a:off x="5052960" y="1036440"/>
            <a:ext cx="1800" cy="3691080"/>
          </a:xfrm>
          <a:custGeom>
            <a:avLst/>
            <a:gdLst>
              <a:gd name="textAreaLeft" fmla="*/ 0 w 1800"/>
              <a:gd name="textAreaRight" fmla="*/ 10800 w 1800"/>
              <a:gd name="textAreaTop" fmla="*/ 0 h 3691080"/>
              <a:gd name="textAreaBottom" fmla="*/ 3700080 h 369108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>
                  <a:alpha val="0"/>
                </a:srgbClr>
              </a:gs>
              <a:gs pos="50000">
                <a:srgbClr val="cccccc">
                  <a:alpha val="0"/>
                </a:srgbClr>
              </a:gs>
              <a:gs pos="100000">
                <a:srgbClr val="111111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59040" cy="156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 type="body"/>
          </p:nvPr>
        </p:nvSpPr>
        <p:spPr>
          <a:xfrm>
            <a:off x="503280" y="3038760"/>
            <a:ext cx="9059040" cy="156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5" r:id="rId2"/>
  </p:sldLayoutIdLst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184;p40"/>
          <p:cNvSpPr/>
          <p:nvPr/>
        </p:nvSpPr>
        <p:spPr>
          <a:xfrm>
            <a:off x="20160" y="606600"/>
            <a:ext cx="6108840" cy="9000"/>
          </a:xfrm>
          <a:custGeom>
            <a:avLst/>
            <a:gdLst>
              <a:gd name="textAreaLeft" fmla="*/ 0 w 6108840"/>
              <a:gd name="textAreaRight" fmla="*/ 6117840 w 6108840"/>
              <a:gd name="textAreaTop" fmla="*/ 0 h 9000"/>
              <a:gd name="textAreaBottom" fmla="*/ 18000 h 90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Google Shape;185;p40"/>
          <p:cNvSpPr/>
          <p:nvPr/>
        </p:nvSpPr>
        <p:spPr>
          <a:xfrm>
            <a:off x="4428720" y="840240"/>
            <a:ext cx="5662800" cy="360"/>
          </a:xfrm>
          <a:custGeom>
            <a:avLst/>
            <a:gdLst>
              <a:gd name="textAreaLeft" fmla="*/ 0 w 5662800"/>
              <a:gd name="textAreaRight" fmla="*/ 5671800 w 56628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Google Shape;186;p40"/>
          <p:cNvSpPr/>
          <p:nvPr/>
        </p:nvSpPr>
        <p:spPr>
          <a:xfrm>
            <a:off x="9815760" y="473760"/>
            <a:ext cx="360" cy="484200"/>
          </a:xfrm>
          <a:custGeom>
            <a:avLst/>
            <a:gdLst>
              <a:gd name="textAreaLeft" fmla="*/ 0 w 360"/>
              <a:gd name="textAreaRight" fmla="*/ 460800 w 360"/>
              <a:gd name="textAreaTop" fmla="*/ 0 h 484200"/>
              <a:gd name="textAreaBottom" fmla="*/ 493200 h 4842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Google Shape;187;p40"/>
          <p:cNvSpPr/>
          <p:nvPr/>
        </p:nvSpPr>
        <p:spPr>
          <a:xfrm>
            <a:off x="5641200" y="5193360"/>
            <a:ext cx="3711600" cy="360"/>
          </a:xfrm>
          <a:custGeom>
            <a:avLst/>
            <a:gdLst>
              <a:gd name="textAreaLeft" fmla="*/ 0 w 3711600"/>
              <a:gd name="textAreaRight" fmla="*/ 3720600 w 37116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Google Shape;188;p40"/>
          <p:cNvSpPr/>
          <p:nvPr/>
        </p:nvSpPr>
        <p:spPr>
          <a:xfrm>
            <a:off x="9255960" y="4915800"/>
            <a:ext cx="360" cy="340560"/>
          </a:xfrm>
          <a:custGeom>
            <a:avLst/>
            <a:gdLst>
              <a:gd name="textAreaLeft" fmla="*/ 0 w 360"/>
              <a:gd name="textAreaRight" fmla="*/ 460800 w 360"/>
              <a:gd name="textAreaTop" fmla="*/ 0 h 340560"/>
              <a:gd name="textAreaBottom" fmla="*/ 349560 h 3405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2" name="Google Shape;189;p40"/>
          <p:cNvSpPr/>
          <p:nvPr/>
        </p:nvSpPr>
        <p:spPr>
          <a:xfrm>
            <a:off x="973440" y="5193000"/>
            <a:ext cx="3711600" cy="360"/>
          </a:xfrm>
          <a:custGeom>
            <a:avLst/>
            <a:gdLst>
              <a:gd name="textAreaLeft" fmla="*/ 0 w 3711600"/>
              <a:gd name="textAreaRight" fmla="*/ 3720600 w 37116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Google Shape;190;p40"/>
          <p:cNvSpPr/>
          <p:nvPr/>
        </p:nvSpPr>
        <p:spPr>
          <a:xfrm>
            <a:off x="4587840" y="4912560"/>
            <a:ext cx="360" cy="340560"/>
          </a:xfrm>
          <a:custGeom>
            <a:avLst/>
            <a:gdLst>
              <a:gd name="textAreaLeft" fmla="*/ 0 w 360"/>
              <a:gd name="textAreaRight" fmla="*/ 460800 w 360"/>
              <a:gd name="textAreaTop" fmla="*/ 0 h 340560"/>
              <a:gd name="textAreaBottom" fmla="*/ 349560 h 3405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" name="Google Shape;191;p40"/>
          <p:cNvSpPr/>
          <p:nvPr/>
        </p:nvSpPr>
        <p:spPr>
          <a:xfrm>
            <a:off x="5052960" y="1036440"/>
            <a:ext cx="1800" cy="3691080"/>
          </a:xfrm>
          <a:custGeom>
            <a:avLst/>
            <a:gdLst>
              <a:gd name="textAreaLeft" fmla="*/ 0 w 1800"/>
              <a:gd name="textAreaRight" fmla="*/ 10800 w 1800"/>
              <a:gd name="textAreaTop" fmla="*/ 0 h 3691080"/>
              <a:gd name="textAreaBottom" fmla="*/ 3700080 h 369108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>
                  <a:alpha val="0"/>
                </a:srgbClr>
              </a:gs>
              <a:gs pos="50000">
                <a:srgbClr val="cccccc">
                  <a:alpha val="0"/>
                </a:srgbClr>
              </a:gs>
              <a:gs pos="100000">
                <a:srgbClr val="111111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0440" cy="156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body"/>
          </p:nvPr>
        </p:nvSpPr>
        <p:spPr>
          <a:xfrm>
            <a:off x="5145480" y="1325880"/>
            <a:ext cx="4420440" cy="156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" name="PlaceHolder 4"/>
          <p:cNvSpPr>
            <a:spLocks noGrp="1"/>
          </p:cNvSpPr>
          <p:nvPr>
            <p:ph type="body"/>
          </p:nvPr>
        </p:nvSpPr>
        <p:spPr>
          <a:xfrm>
            <a:off x="503280" y="3038760"/>
            <a:ext cx="4420440" cy="156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" name="PlaceHolder 5"/>
          <p:cNvSpPr>
            <a:spLocks noGrp="1"/>
          </p:cNvSpPr>
          <p:nvPr>
            <p:ph type="body"/>
          </p:nvPr>
        </p:nvSpPr>
        <p:spPr>
          <a:xfrm>
            <a:off x="5145480" y="3038760"/>
            <a:ext cx="4420440" cy="156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</p:sldLayoutIdLst>
</p:sldMaster>
</file>

<file path=ppt/slideMasters/slideMaster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184;p40"/>
          <p:cNvSpPr/>
          <p:nvPr/>
        </p:nvSpPr>
        <p:spPr>
          <a:xfrm>
            <a:off x="20160" y="606600"/>
            <a:ext cx="6108840" cy="9000"/>
          </a:xfrm>
          <a:custGeom>
            <a:avLst/>
            <a:gdLst>
              <a:gd name="textAreaLeft" fmla="*/ 0 w 6108840"/>
              <a:gd name="textAreaRight" fmla="*/ 6117840 w 6108840"/>
              <a:gd name="textAreaTop" fmla="*/ 0 h 9000"/>
              <a:gd name="textAreaBottom" fmla="*/ 18000 h 90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Google Shape;185;p40"/>
          <p:cNvSpPr/>
          <p:nvPr/>
        </p:nvSpPr>
        <p:spPr>
          <a:xfrm>
            <a:off x="4428720" y="840240"/>
            <a:ext cx="5662800" cy="360"/>
          </a:xfrm>
          <a:custGeom>
            <a:avLst/>
            <a:gdLst>
              <a:gd name="textAreaLeft" fmla="*/ 0 w 5662800"/>
              <a:gd name="textAreaRight" fmla="*/ 5671800 w 56628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Google Shape;186;p40"/>
          <p:cNvSpPr/>
          <p:nvPr/>
        </p:nvSpPr>
        <p:spPr>
          <a:xfrm>
            <a:off x="9815760" y="473760"/>
            <a:ext cx="360" cy="484200"/>
          </a:xfrm>
          <a:custGeom>
            <a:avLst/>
            <a:gdLst>
              <a:gd name="textAreaLeft" fmla="*/ 0 w 360"/>
              <a:gd name="textAreaRight" fmla="*/ 460800 w 360"/>
              <a:gd name="textAreaTop" fmla="*/ 0 h 484200"/>
              <a:gd name="textAreaBottom" fmla="*/ 493200 h 4842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8" name="Google Shape;187;p40"/>
          <p:cNvSpPr/>
          <p:nvPr/>
        </p:nvSpPr>
        <p:spPr>
          <a:xfrm>
            <a:off x="5641200" y="5193360"/>
            <a:ext cx="3711600" cy="360"/>
          </a:xfrm>
          <a:custGeom>
            <a:avLst/>
            <a:gdLst>
              <a:gd name="textAreaLeft" fmla="*/ 0 w 3711600"/>
              <a:gd name="textAreaRight" fmla="*/ 3720600 w 37116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Google Shape;188;p40"/>
          <p:cNvSpPr/>
          <p:nvPr/>
        </p:nvSpPr>
        <p:spPr>
          <a:xfrm>
            <a:off x="9255960" y="4915800"/>
            <a:ext cx="360" cy="340560"/>
          </a:xfrm>
          <a:custGeom>
            <a:avLst/>
            <a:gdLst>
              <a:gd name="textAreaLeft" fmla="*/ 0 w 360"/>
              <a:gd name="textAreaRight" fmla="*/ 460800 w 360"/>
              <a:gd name="textAreaTop" fmla="*/ 0 h 340560"/>
              <a:gd name="textAreaBottom" fmla="*/ 349560 h 3405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0" name="Google Shape;189;p40"/>
          <p:cNvSpPr/>
          <p:nvPr/>
        </p:nvSpPr>
        <p:spPr>
          <a:xfrm>
            <a:off x="973440" y="5193000"/>
            <a:ext cx="3711600" cy="360"/>
          </a:xfrm>
          <a:custGeom>
            <a:avLst/>
            <a:gdLst>
              <a:gd name="textAreaLeft" fmla="*/ 0 w 3711600"/>
              <a:gd name="textAreaRight" fmla="*/ 3720600 w 37116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Google Shape;190;p40"/>
          <p:cNvSpPr/>
          <p:nvPr/>
        </p:nvSpPr>
        <p:spPr>
          <a:xfrm>
            <a:off x="4587840" y="4912560"/>
            <a:ext cx="360" cy="340560"/>
          </a:xfrm>
          <a:custGeom>
            <a:avLst/>
            <a:gdLst>
              <a:gd name="textAreaLeft" fmla="*/ 0 w 360"/>
              <a:gd name="textAreaRight" fmla="*/ 460800 w 360"/>
              <a:gd name="textAreaTop" fmla="*/ 0 h 340560"/>
              <a:gd name="textAreaBottom" fmla="*/ 349560 h 3405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2" name="Google Shape;191;p40"/>
          <p:cNvSpPr/>
          <p:nvPr/>
        </p:nvSpPr>
        <p:spPr>
          <a:xfrm>
            <a:off x="5052960" y="1036440"/>
            <a:ext cx="1800" cy="3691080"/>
          </a:xfrm>
          <a:custGeom>
            <a:avLst/>
            <a:gdLst>
              <a:gd name="textAreaLeft" fmla="*/ 0 w 1800"/>
              <a:gd name="textAreaRight" fmla="*/ 10800 w 1800"/>
              <a:gd name="textAreaTop" fmla="*/ 0 h 3691080"/>
              <a:gd name="textAreaBottom" fmla="*/ 3700080 h 369108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>
                  <a:alpha val="0"/>
                </a:srgbClr>
              </a:gs>
              <a:gs pos="50000">
                <a:srgbClr val="cccccc">
                  <a:alpha val="0"/>
                </a:srgbClr>
              </a:gs>
              <a:gs pos="100000">
                <a:srgbClr val="111111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9" r:id="rId2"/>
  </p:sldLayoutIdLst>
</p:sldMaster>
</file>

<file path=ppt/slideMasters/slideMaster4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184;p40"/>
          <p:cNvSpPr/>
          <p:nvPr/>
        </p:nvSpPr>
        <p:spPr>
          <a:xfrm>
            <a:off x="20160" y="606600"/>
            <a:ext cx="6108840" cy="9000"/>
          </a:xfrm>
          <a:custGeom>
            <a:avLst/>
            <a:gdLst>
              <a:gd name="textAreaLeft" fmla="*/ 0 w 6108840"/>
              <a:gd name="textAreaRight" fmla="*/ 6117840 w 6108840"/>
              <a:gd name="textAreaTop" fmla="*/ 0 h 9000"/>
              <a:gd name="textAreaBottom" fmla="*/ 18000 h 90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Google Shape;185;p40"/>
          <p:cNvSpPr/>
          <p:nvPr/>
        </p:nvSpPr>
        <p:spPr>
          <a:xfrm>
            <a:off x="4428720" y="840240"/>
            <a:ext cx="5662800" cy="360"/>
          </a:xfrm>
          <a:custGeom>
            <a:avLst/>
            <a:gdLst>
              <a:gd name="textAreaLeft" fmla="*/ 0 w 5662800"/>
              <a:gd name="textAreaRight" fmla="*/ 5671800 w 56628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Google Shape;186;p40"/>
          <p:cNvSpPr/>
          <p:nvPr/>
        </p:nvSpPr>
        <p:spPr>
          <a:xfrm>
            <a:off x="9815760" y="473760"/>
            <a:ext cx="360" cy="484200"/>
          </a:xfrm>
          <a:custGeom>
            <a:avLst/>
            <a:gdLst>
              <a:gd name="textAreaLeft" fmla="*/ 0 w 360"/>
              <a:gd name="textAreaRight" fmla="*/ 460800 w 360"/>
              <a:gd name="textAreaTop" fmla="*/ 0 h 484200"/>
              <a:gd name="textAreaBottom" fmla="*/ 493200 h 4842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" name="Google Shape;187;p40"/>
          <p:cNvSpPr/>
          <p:nvPr/>
        </p:nvSpPr>
        <p:spPr>
          <a:xfrm>
            <a:off x="5641200" y="5193360"/>
            <a:ext cx="3711600" cy="360"/>
          </a:xfrm>
          <a:custGeom>
            <a:avLst/>
            <a:gdLst>
              <a:gd name="textAreaLeft" fmla="*/ 0 w 3711600"/>
              <a:gd name="textAreaRight" fmla="*/ 3720600 w 37116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Google Shape;188;p40"/>
          <p:cNvSpPr/>
          <p:nvPr/>
        </p:nvSpPr>
        <p:spPr>
          <a:xfrm>
            <a:off x="9255960" y="4915800"/>
            <a:ext cx="360" cy="340560"/>
          </a:xfrm>
          <a:custGeom>
            <a:avLst/>
            <a:gdLst>
              <a:gd name="textAreaLeft" fmla="*/ 0 w 360"/>
              <a:gd name="textAreaRight" fmla="*/ 460800 w 360"/>
              <a:gd name="textAreaTop" fmla="*/ 0 h 340560"/>
              <a:gd name="textAreaBottom" fmla="*/ 349560 h 3405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8" name="Google Shape;189;p40"/>
          <p:cNvSpPr/>
          <p:nvPr/>
        </p:nvSpPr>
        <p:spPr>
          <a:xfrm>
            <a:off x="973440" y="5193000"/>
            <a:ext cx="3711600" cy="360"/>
          </a:xfrm>
          <a:custGeom>
            <a:avLst/>
            <a:gdLst>
              <a:gd name="textAreaLeft" fmla="*/ 0 w 3711600"/>
              <a:gd name="textAreaRight" fmla="*/ 3720600 w 37116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Google Shape;190;p40"/>
          <p:cNvSpPr/>
          <p:nvPr/>
        </p:nvSpPr>
        <p:spPr>
          <a:xfrm>
            <a:off x="4587840" y="4912560"/>
            <a:ext cx="360" cy="340560"/>
          </a:xfrm>
          <a:custGeom>
            <a:avLst/>
            <a:gdLst>
              <a:gd name="textAreaLeft" fmla="*/ 0 w 360"/>
              <a:gd name="textAreaRight" fmla="*/ 460800 w 360"/>
              <a:gd name="textAreaTop" fmla="*/ 0 h 340560"/>
              <a:gd name="textAreaBottom" fmla="*/ 349560 h 3405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" name="Google Shape;191;p40"/>
          <p:cNvSpPr/>
          <p:nvPr/>
        </p:nvSpPr>
        <p:spPr>
          <a:xfrm>
            <a:off x="5052960" y="1036440"/>
            <a:ext cx="1800" cy="3691080"/>
          </a:xfrm>
          <a:custGeom>
            <a:avLst/>
            <a:gdLst>
              <a:gd name="textAreaLeft" fmla="*/ 0 w 1800"/>
              <a:gd name="textAreaRight" fmla="*/ 10800 w 1800"/>
              <a:gd name="textAreaTop" fmla="*/ 0 h 3691080"/>
              <a:gd name="textAreaBottom" fmla="*/ 3700080 h 369108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>
                  <a:alpha val="0"/>
                </a:srgbClr>
              </a:gs>
              <a:gs pos="50000">
                <a:srgbClr val="cccccc">
                  <a:alpha val="0"/>
                </a:srgbClr>
              </a:gs>
              <a:gs pos="100000">
                <a:srgbClr val="111111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59040" cy="32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1" r:id="rId2"/>
  </p:sldLayoutIdLst>
</p:sldMaster>
</file>

<file path=ppt/slideMasters/slideMaster4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184;p40"/>
          <p:cNvSpPr/>
          <p:nvPr/>
        </p:nvSpPr>
        <p:spPr>
          <a:xfrm>
            <a:off x="20160" y="606600"/>
            <a:ext cx="6108840" cy="9000"/>
          </a:xfrm>
          <a:custGeom>
            <a:avLst/>
            <a:gdLst>
              <a:gd name="textAreaLeft" fmla="*/ 0 w 6108840"/>
              <a:gd name="textAreaRight" fmla="*/ 6117840 w 6108840"/>
              <a:gd name="textAreaTop" fmla="*/ 0 h 9000"/>
              <a:gd name="textAreaBottom" fmla="*/ 18000 h 90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Google Shape;185;p40"/>
          <p:cNvSpPr/>
          <p:nvPr/>
        </p:nvSpPr>
        <p:spPr>
          <a:xfrm>
            <a:off x="4428720" y="840240"/>
            <a:ext cx="5662800" cy="360"/>
          </a:xfrm>
          <a:custGeom>
            <a:avLst/>
            <a:gdLst>
              <a:gd name="textAreaLeft" fmla="*/ 0 w 5662800"/>
              <a:gd name="textAreaRight" fmla="*/ 5671800 w 56628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Google Shape;186;p40"/>
          <p:cNvSpPr/>
          <p:nvPr/>
        </p:nvSpPr>
        <p:spPr>
          <a:xfrm>
            <a:off x="9815760" y="473760"/>
            <a:ext cx="360" cy="484200"/>
          </a:xfrm>
          <a:custGeom>
            <a:avLst/>
            <a:gdLst>
              <a:gd name="textAreaLeft" fmla="*/ 0 w 360"/>
              <a:gd name="textAreaRight" fmla="*/ 460800 w 360"/>
              <a:gd name="textAreaTop" fmla="*/ 0 h 484200"/>
              <a:gd name="textAreaBottom" fmla="*/ 493200 h 4842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Google Shape;187;p40"/>
          <p:cNvSpPr/>
          <p:nvPr/>
        </p:nvSpPr>
        <p:spPr>
          <a:xfrm>
            <a:off x="5641200" y="5193360"/>
            <a:ext cx="3711600" cy="360"/>
          </a:xfrm>
          <a:custGeom>
            <a:avLst/>
            <a:gdLst>
              <a:gd name="textAreaLeft" fmla="*/ 0 w 3711600"/>
              <a:gd name="textAreaRight" fmla="*/ 3720600 w 37116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Google Shape;188;p40"/>
          <p:cNvSpPr/>
          <p:nvPr/>
        </p:nvSpPr>
        <p:spPr>
          <a:xfrm>
            <a:off x="9255960" y="4915800"/>
            <a:ext cx="360" cy="340560"/>
          </a:xfrm>
          <a:custGeom>
            <a:avLst/>
            <a:gdLst>
              <a:gd name="textAreaLeft" fmla="*/ 0 w 360"/>
              <a:gd name="textAreaRight" fmla="*/ 460800 w 360"/>
              <a:gd name="textAreaTop" fmla="*/ 0 h 340560"/>
              <a:gd name="textAreaBottom" fmla="*/ 349560 h 3405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Google Shape;189;p40"/>
          <p:cNvSpPr/>
          <p:nvPr/>
        </p:nvSpPr>
        <p:spPr>
          <a:xfrm>
            <a:off x="973440" y="5193000"/>
            <a:ext cx="3711600" cy="360"/>
          </a:xfrm>
          <a:custGeom>
            <a:avLst/>
            <a:gdLst>
              <a:gd name="textAreaLeft" fmla="*/ 0 w 3711600"/>
              <a:gd name="textAreaRight" fmla="*/ 3720600 w 37116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Google Shape;190;p40"/>
          <p:cNvSpPr/>
          <p:nvPr/>
        </p:nvSpPr>
        <p:spPr>
          <a:xfrm>
            <a:off x="4587840" y="4912560"/>
            <a:ext cx="360" cy="340560"/>
          </a:xfrm>
          <a:custGeom>
            <a:avLst/>
            <a:gdLst>
              <a:gd name="textAreaLeft" fmla="*/ 0 w 360"/>
              <a:gd name="textAreaRight" fmla="*/ 460800 w 360"/>
              <a:gd name="textAreaTop" fmla="*/ 0 h 340560"/>
              <a:gd name="textAreaBottom" fmla="*/ 349560 h 3405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Google Shape;191;p40"/>
          <p:cNvSpPr/>
          <p:nvPr/>
        </p:nvSpPr>
        <p:spPr>
          <a:xfrm>
            <a:off x="5052960" y="1036440"/>
            <a:ext cx="1800" cy="3691080"/>
          </a:xfrm>
          <a:custGeom>
            <a:avLst/>
            <a:gdLst>
              <a:gd name="textAreaLeft" fmla="*/ 0 w 1800"/>
              <a:gd name="textAreaRight" fmla="*/ 10800 w 1800"/>
              <a:gd name="textAreaTop" fmla="*/ 0 h 3691080"/>
              <a:gd name="textAreaBottom" fmla="*/ 3700080 h 369108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>
                  <a:alpha val="0"/>
                </a:srgbClr>
              </a:gs>
              <a:gs pos="50000">
                <a:srgbClr val="cccccc">
                  <a:alpha val="0"/>
                </a:srgbClr>
              </a:gs>
              <a:gs pos="100000">
                <a:srgbClr val="111111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59040" cy="32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3" r:id="rId2"/>
  </p:sldLayoutIdLst>
</p:sldMaster>
</file>

<file path=ppt/slideMasters/slideMaster4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184;p40"/>
          <p:cNvSpPr/>
          <p:nvPr/>
        </p:nvSpPr>
        <p:spPr>
          <a:xfrm>
            <a:off x="20160" y="606600"/>
            <a:ext cx="6108840" cy="9000"/>
          </a:xfrm>
          <a:custGeom>
            <a:avLst/>
            <a:gdLst>
              <a:gd name="textAreaLeft" fmla="*/ 0 w 6108840"/>
              <a:gd name="textAreaRight" fmla="*/ 6117840 w 6108840"/>
              <a:gd name="textAreaTop" fmla="*/ 0 h 9000"/>
              <a:gd name="textAreaBottom" fmla="*/ 18000 h 90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Google Shape;185;p40"/>
          <p:cNvSpPr/>
          <p:nvPr/>
        </p:nvSpPr>
        <p:spPr>
          <a:xfrm>
            <a:off x="4428720" y="840240"/>
            <a:ext cx="5662800" cy="360"/>
          </a:xfrm>
          <a:custGeom>
            <a:avLst/>
            <a:gdLst>
              <a:gd name="textAreaLeft" fmla="*/ 0 w 5662800"/>
              <a:gd name="textAreaRight" fmla="*/ 5671800 w 56628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Google Shape;186;p40"/>
          <p:cNvSpPr/>
          <p:nvPr/>
        </p:nvSpPr>
        <p:spPr>
          <a:xfrm>
            <a:off x="9815760" y="473760"/>
            <a:ext cx="360" cy="484200"/>
          </a:xfrm>
          <a:custGeom>
            <a:avLst/>
            <a:gdLst>
              <a:gd name="textAreaLeft" fmla="*/ 0 w 360"/>
              <a:gd name="textAreaRight" fmla="*/ 460800 w 360"/>
              <a:gd name="textAreaTop" fmla="*/ 0 h 484200"/>
              <a:gd name="textAreaBottom" fmla="*/ 493200 h 4842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Google Shape;187;p40"/>
          <p:cNvSpPr/>
          <p:nvPr/>
        </p:nvSpPr>
        <p:spPr>
          <a:xfrm>
            <a:off x="5641200" y="5193360"/>
            <a:ext cx="3711600" cy="360"/>
          </a:xfrm>
          <a:custGeom>
            <a:avLst/>
            <a:gdLst>
              <a:gd name="textAreaLeft" fmla="*/ 0 w 3711600"/>
              <a:gd name="textAreaRight" fmla="*/ 3720600 w 37116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Google Shape;188;p40"/>
          <p:cNvSpPr/>
          <p:nvPr/>
        </p:nvSpPr>
        <p:spPr>
          <a:xfrm>
            <a:off x="9255960" y="4915800"/>
            <a:ext cx="360" cy="340560"/>
          </a:xfrm>
          <a:custGeom>
            <a:avLst/>
            <a:gdLst>
              <a:gd name="textAreaLeft" fmla="*/ 0 w 360"/>
              <a:gd name="textAreaRight" fmla="*/ 460800 w 360"/>
              <a:gd name="textAreaTop" fmla="*/ 0 h 340560"/>
              <a:gd name="textAreaBottom" fmla="*/ 349560 h 3405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" name="Google Shape;189;p40"/>
          <p:cNvSpPr/>
          <p:nvPr/>
        </p:nvSpPr>
        <p:spPr>
          <a:xfrm>
            <a:off x="973440" y="5193000"/>
            <a:ext cx="3711600" cy="360"/>
          </a:xfrm>
          <a:custGeom>
            <a:avLst/>
            <a:gdLst>
              <a:gd name="textAreaLeft" fmla="*/ 0 w 3711600"/>
              <a:gd name="textAreaRight" fmla="*/ 3720600 w 37116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Google Shape;190;p40"/>
          <p:cNvSpPr/>
          <p:nvPr/>
        </p:nvSpPr>
        <p:spPr>
          <a:xfrm>
            <a:off x="4587840" y="4912560"/>
            <a:ext cx="360" cy="340560"/>
          </a:xfrm>
          <a:custGeom>
            <a:avLst/>
            <a:gdLst>
              <a:gd name="textAreaLeft" fmla="*/ 0 w 360"/>
              <a:gd name="textAreaRight" fmla="*/ 460800 w 360"/>
              <a:gd name="textAreaTop" fmla="*/ 0 h 340560"/>
              <a:gd name="textAreaBottom" fmla="*/ 349560 h 3405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Google Shape;191;p40"/>
          <p:cNvSpPr/>
          <p:nvPr/>
        </p:nvSpPr>
        <p:spPr>
          <a:xfrm>
            <a:off x="5052960" y="1036440"/>
            <a:ext cx="1800" cy="3691080"/>
          </a:xfrm>
          <a:custGeom>
            <a:avLst/>
            <a:gdLst>
              <a:gd name="textAreaLeft" fmla="*/ 0 w 1800"/>
              <a:gd name="textAreaRight" fmla="*/ 10800 w 1800"/>
              <a:gd name="textAreaTop" fmla="*/ 0 h 3691080"/>
              <a:gd name="textAreaBottom" fmla="*/ 3700080 h 369108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>
                  <a:alpha val="0"/>
                </a:srgbClr>
              </a:gs>
              <a:gs pos="50000">
                <a:srgbClr val="cccccc">
                  <a:alpha val="0"/>
                </a:srgbClr>
              </a:gs>
              <a:gs pos="100000">
                <a:srgbClr val="111111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0440" cy="32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PlaceHolder 3"/>
          <p:cNvSpPr>
            <a:spLocks noGrp="1"/>
          </p:cNvSpPr>
          <p:nvPr>
            <p:ph type="body"/>
          </p:nvPr>
        </p:nvSpPr>
        <p:spPr>
          <a:xfrm>
            <a:off x="5145480" y="1325880"/>
            <a:ext cx="4420440" cy="32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5" r:id="rId2"/>
  </p:sldLayoutIdLst>
</p:sldMaster>
</file>

<file path=ppt/slideMasters/slideMaster4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184;p40"/>
          <p:cNvSpPr/>
          <p:nvPr/>
        </p:nvSpPr>
        <p:spPr>
          <a:xfrm>
            <a:off x="20160" y="606600"/>
            <a:ext cx="6108840" cy="9000"/>
          </a:xfrm>
          <a:custGeom>
            <a:avLst/>
            <a:gdLst>
              <a:gd name="textAreaLeft" fmla="*/ 0 w 6108840"/>
              <a:gd name="textAreaRight" fmla="*/ 6117840 w 6108840"/>
              <a:gd name="textAreaTop" fmla="*/ 0 h 9000"/>
              <a:gd name="textAreaBottom" fmla="*/ 18000 h 90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Google Shape;185;p40"/>
          <p:cNvSpPr/>
          <p:nvPr/>
        </p:nvSpPr>
        <p:spPr>
          <a:xfrm>
            <a:off x="4428720" y="840240"/>
            <a:ext cx="5662800" cy="360"/>
          </a:xfrm>
          <a:custGeom>
            <a:avLst/>
            <a:gdLst>
              <a:gd name="textAreaLeft" fmla="*/ 0 w 5662800"/>
              <a:gd name="textAreaRight" fmla="*/ 5671800 w 56628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Google Shape;186;p40"/>
          <p:cNvSpPr/>
          <p:nvPr/>
        </p:nvSpPr>
        <p:spPr>
          <a:xfrm>
            <a:off x="9815760" y="473760"/>
            <a:ext cx="360" cy="484200"/>
          </a:xfrm>
          <a:custGeom>
            <a:avLst/>
            <a:gdLst>
              <a:gd name="textAreaLeft" fmla="*/ 0 w 360"/>
              <a:gd name="textAreaRight" fmla="*/ 460800 w 360"/>
              <a:gd name="textAreaTop" fmla="*/ 0 h 484200"/>
              <a:gd name="textAreaBottom" fmla="*/ 493200 h 4842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" name="Google Shape;187;p40"/>
          <p:cNvSpPr/>
          <p:nvPr/>
        </p:nvSpPr>
        <p:spPr>
          <a:xfrm>
            <a:off x="5641200" y="5193360"/>
            <a:ext cx="3711600" cy="360"/>
          </a:xfrm>
          <a:custGeom>
            <a:avLst/>
            <a:gdLst>
              <a:gd name="textAreaLeft" fmla="*/ 0 w 3711600"/>
              <a:gd name="textAreaRight" fmla="*/ 3720600 w 37116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Google Shape;188;p40"/>
          <p:cNvSpPr/>
          <p:nvPr/>
        </p:nvSpPr>
        <p:spPr>
          <a:xfrm>
            <a:off x="9255960" y="4915800"/>
            <a:ext cx="360" cy="340560"/>
          </a:xfrm>
          <a:custGeom>
            <a:avLst/>
            <a:gdLst>
              <a:gd name="textAreaLeft" fmla="*/ 0 w 360"/>
              <a:gd name="textAreaRight" fmla="*/ 460800 w 360"/>
              <a:gd name="textAreaTop" fmla="*/ 0 h 340560"/>
              <a:gd name="textAreaBottom" fmla="*/ 349560 h 3405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" name="Google Shape;189;p40"/>
          <p:cNvSpPr/>
          <p:nvPr/>
        </p:nvSpPr>
        <p:spPr>
          <a:xfrm>
            <a:off x="973440" y="5193000"/>
            <a:ext cx="3711600" cy="360"/>
          </a:xfrm>
          <a:custGeom>
            <a:avLst/>
            <a:gdLst>
              <a:gd name="textAreaLeft" fmla="*/ 0 w 3711600"/>
              <a:gd name="textAreaRight" fmla="*/ 3720600 w 37116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Google Shape;190;p40"/>
          <p:cNvSpPr/>
          <p:nvPr/>
        </p:nvSpPr>
        <p:spPr>
          <a:xfrm>
            <a:off x="4587840" y="4912560"/>
            <a:ext cx="360" cy="340560"/>
          </a:xfrm>
          <a:custGeom>
            <a:avLst/>
            <a:gdLst>
              <a:gd name="textAreaLeft" fmla="*/ 0 w 360"/>
              <a:gd name="textAreaRight" fmla="*/ 460800 w 360"/>
              <a:gd name="textAreaTop" fmla="*/ 0 h 340560"/>
              <a:gd name="textAreaBottom" fmla="*/ 349560 h 3405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" name="Google Shape;191;p40"/>
          <p:cNvSpPr/>
          <p:nvPr/>
        </p:nvSpPr>
        <p:spPr>
          <a:xfrm>
            <a:off x="5052960" y="1036440"/>
            <a:ext cx="1800" cy="3691080"/>
          </a:xfrm>
          <a:custGeom>
            <a:avLst/>
            <a:gdLst>
              <a:gd name="textAreaLeft" fmla="*/ 0 w 1800"/>
              <a:gd name="textAreaRight" fmla="*/ 10800 w 1800"/>
              <a:gd name="textAreaTop" fmla="*/ 0 h 3691080"/>
              <a:gd name="textAreaBottom" fmla="*/ 3700080 h 369108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>
                  <a:alpha val="0"/>
                </a:srgbClr>
              </a:gs>
              <a:gs pos="50000">
                <a:srgbClr val="cccccc">
                  <a:alpha val="0"/>
                </a:srgbClr>
              </a:gs>
              <a:gs pos="100000">
                <a:srgbClr val="111111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7" r:id="rId2"/>
  </p:sldLayoutIdLst>
</p:sldMaster>
</file>

<file path=ppt/slideMasters/slideMaster4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184;p40"/>
          <p:cNvSpPr/>
          <p:nvPr/>
        </p:nvSpPr>
        <p:spPr>
          <a:xfrm>
            <a:off x="20160" y="606600"/>
            <a:ext cx="6108840" cy="9000"/>
          </a:xfrm>
          <a:custGeom>
            <a:avLst/>
            <a:gdLst>
              <a:gd name="textAreaLeft" fmla="*/ 0 w 6108840"/>
              <a:gd name="textAreaRight" fmla="*/ 6117840 w 6108840"/>
              <a:gd name="textAreaTop" fmla="*/ 0 h 9000"/>
              <a:gd name="textAreaBottom" fmla="*/ 18000 h 90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Google Shape;185;p40"/>
          <p:cNvSpPr/>
          <p:nvPr/>
        </p:nvSpPr>
        <p:spPr>
          <a:xfrm>
            <a:off x="4428720" y="840240"/>
            <a:ext cx="5662800" cy="360"/>
          </a:xfrm>
          <a:custGeom>
            <a:avLst/>
            <a:gdLst>
              <a:gd name="textAreaLeft" fmla="*/ 0 w 5662800"/>
              <a:gd name="textAreaRight" fmla="*/ 5671800 w 56628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Google Shape;186;p40"/>
          <p:cNvSpPr/>
          <p:nvPr/>
        </p:nvSpPr>
        <p:spPr>
          <a:xfrm>
            <a:off x="9815760" y="473760"/>
            <a:ext cx="360" cy="484200"/>
          </a:xfrm>
          <a:custGeom>
            <a:avLst/>
            <a:gdLst>
              <a:gd name="textAreaLeft" fmla="*/ 0 w 360"/>
              <a:gd name="textAreaRight" fmla="*/ 460800 w 360"/>
              <a:gd name="textAreaTop" fmla="*/ 0 h 484200"/>
              <a:gd name="textAreaBottom" fmla="*/ 493200 h 4842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4" name="Google Shape;187;p40"/>
          <p:cNvSpPr/>
          <p:nvPr/>
        </p:nvSpPr>
        <p:spPr>
          <a:xfrm>
            <a:off x="5641200" y="5193360"/>
            <a:ext cx="3711600" cy="360"/>
          </a:xfrm>
          <a:custGeom>
            <a:avLst/>
            <a:gdLst>
              <a:gd name="textAreaLeft" fmla="*/ 0 w 3711600"/>
              <a:gd name="textAreaRight" fmla="*/ 3720600 w 37116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Google Shape;188;p40"/>
          <p:cNvSpPr/>
          <p:nvPr/>
        </p:nvSpPr>
        <p:spPr>
          <a:xfrm>
            <a:off x="9255960" y="4915800"/>
            <a:ext cx="360" cy="340560"/>
          </a:xfrm>
          <a:custGeom>
            <a:avLst/>
            <a:gdLst>
              <a:gd name="textAreaLeft" fmla="*/ 0 w 360"/>
              <a:gd name="textAreaRight" fmla="*/ 460800 w 360"/>
              <a:gd name="textAreaTop" fmla="*/ 0 h 340560"/>
              <a:gd name="textAreaBottom" fmla="*/ 349560 h 3405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6" name="Google Shape;189;p40"/>
          <p:cNvSpPr/>
          <p:nvPr/>
        </p:nvSpPr>
        <p:spPr>
          <a:xfrm>
            <a:off x="973440" y="5193000"/>
            <a:ext cx="3711600" cy="360"/>
          </a:xfrm>
          <a:custGeom>
            <a:avLst/>
            <a:gdLst>
              <a:gd name="textAreaLeft" fmla="*/ 0 w 3711600"/>
              <a:gd name="textAreaRight" fmla="*/ 3720600 w 37116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Google Shape;190;p40"/>
          <p:cNvSpPr/>
          <p:nvPr/>
        </p:nvSpPr>
        <p:spPr>
          <a:xfrm>
            <a:off x="4587840" y="4912560"/>
            <a:ext cx="360" cy="340560"/>
          </a:xfrm>
          <a:custGeom>
            <a:avLst/>
            <a:gdLst>
              <a:gd name="textAreaLeft" fmla="*/ 0 w 360"/>
              <a:gd name="textAreaRight" fmla="*/ 460800 w 360"/>
              <a:gd name="textAreaTop" fmla="*/ 0 h 340560"/>
              <a:gd name="textAreaBottom" fmla="*/ 349560 h 3405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" name="Google Shape;191;p40"/>
          <p:cNvSpPr/>
          <p:nvPr/>
        </p:nvSpPr>
        <p:spPr>
          <a:xfrm>
            <a:off x="5052960" y="1036440"/>
            <a:ext cx="1800" cy="3691080"/>
          </a:xfrm>
          <a:custGeom>
            <a:avLst/>
            <a:gdLst>
              <a:gd name="textAreaLeft" fmla="*/ 0 w 1800"/>
              <a:gd name="textAreaRight" fmla="*/ 10800 w 1800"/>
              <a:gd name="textAreaTop" fmla="*/ 0 h 3691080"/>
              <a:gd name="textAreaBottom" fmla="*/ 3700080 h 369108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>
                  <a:alpha val="0"/>
                </a:srgbClr>
              </a:gs>
              <a:gs pos="50000">
                <a:srgbClr val="cccccc">
                  <a:alpha val="0"/>
                </a:srgbClr>
              </a:gs>
              <a:gs pos="100000">
                <a:srgbClr val="111111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9" r:id="rId2"/>
  </p:sldLayoutIdLst>
</p:sldMaster>
</file>

<file path=ppt/slideMasters/slideMaster4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184;p40"/>
          <p:cNvSpPr/>
          <p:nvPr/>
        </p:nvSpPr>
        <p:spPr>
          <a:xfrm>
            <a:off x="20160" y="606600"/>
            <a:ext cx="6108840" cy="9000"/>
          </a:xfrm>
          <a:custGeom>
            <a:avLst/>
            <a:gdLst>
              <a:gd name="textAreaLeft" fmla="*/ 0 w 6108840"/>
              <a:gd name="textAreaRight" fmla="*/ 6117840 w 6108840"/>
              <a:gd name="textAreaTop" fmla="*/ 0 h 9000"/>
              <a:gd name="textAreaBottom" fmla="*/ 18000 h 90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Google Shape;185;p40"/>
          <p:cNvSpPr/>
          <p:nvPr/>
        </p:nvSpPr>
        <p:spPr>
          <a:xfrm>
            <a:off x="4428720" y="840240"/>
            <a:ext cx="5662800" cy="360"/>
          </a:xfrm>
          <a:custGeom>
            <a:avLst/>
            <a:gdLst>
              <a:gd name="textAreaLeft" fmla="*/ 0 w 5662800"/>
              <a:gd name="textAreaRight" fmla="*/ 5671800 w 56628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Google Shape;186;p40"/>
          <p:cNvSpPr/>
          <p:nvPr/>
        </p:nvSpPr>
        <p:spPr>
          <a:xfrm>
            <a:off x="9815760" y="473760"/>
            <a:ext cx="360" cy="484200"/>
          </a:xfrm>
          <a:custGeom>
            <a:avLst/>
            <a:gdLst>
              <a:gd name="textAreaLeft" fmla="*/ 0 w 360"/>
              <a:gd name="textAreaRight" fmla="*/ 460800 w 360"/>
              <a:gd name="textAreaTop" fmla="*/ 0 h 484200"/>
              <a:gd name="textAreaBottom" fmla="*/ 493200 h 4842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" name="Google Shape;187;p40"/>
          <p:cNvSpPr/>
          <p:nvPr/>
        </p:nvSpPr>
        <p:spPr>
          <a:xfrm>
            <a:off x="5641200" y="5193360"/>
            <a:ext cx="3711600" cy="360"/>
          </a:xfrm>
          <a:custGeom>
            <a:avLst/>
            <a:gdLst>
              <a:gd name="textAreaLeft" fmla="*/ 0 w 3711600"/>
              <a:gd name="textAreaRight" fmla="*/ 3720600 w 37116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Google Shape;188;p40"/>
          <p:cNvSpPr/>
          <p:nvPr/>
        </p:nvSpPr>
        <p:spPr>
          <a:xfrm>
            <a:off x="9255960" y="4915800"/>
            <a:ext cx="360" cy="340560"/>
          </a:xfrm>
          <a:custGeom>
            <a:avLst/>
            <a:gdLst>
              <a:gd name="textAreaLeft" fmla="*/ 0 w 360"/>
              <a:gd name="textAreaRight" fmla="*/ 460800 w 360"/>
              <a:gd name="textAreaTop" fmla="*/ 0 h 340560"/>
              <a:gd name="textAreaBottom" fmla="*/ 349560 h 3405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" name="Google Shape;189;p40"/>
          <p:cNvSpPr/>
          <p:nvPr/>
        </p:nvSpPr>
        <p:spPr>
          <a:xfrm>
            <a:off x="973440" y="5193000"/>
            <a:ext cx="3711600" cy="360"/>
          </a:xfrm>
          <a:custGeom>
            <a:avLst/>
            <a:gdLst>
              <a:gd name="textAreaLeft" fmla="*/ 0 w 3711600"/>
              <a:gd name="textAreaRight" fmla="*/ 3720600 w 37116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Google Shape;190;p40"/>
          <p:cNvSpPr/>
          <p:nvPr/>
        </p:nvSpPr>
        <p:spPr>
          <a:xfrm>
            <a:off x="4587840" y="4912560"/>
            <a:ext cx="360" cy="340560"/>
          </a:xfrm>
          <a:custGeom>
            <a:avLst/>
            <a:gdLst>
              <a:gd name="textAreaLeft" fmla="*/ 0 w 360"/>
              <a:gd name="textAreaRight" fmla="*/ 460800 w 360"/>
              <a:gd name="textAreaTop" fmla="*/ 0 h 340560"/>
              <a:gd name="textAreaBottom" fmla="*/ 349560 h 3405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" name="Google Shape;191;p40"/>
          <p:cNvSpPr/>
          <p:nvPr/>
        </p:nvSpPr>
        <p:spPr>
          <a:xfrm>
            <a:off x="5052960" y="1036440"/>
            <a:ext cx="1800" cy="3691080"/>
          </a:xfrm>
          <a:custGeom>
            <a:avLst/>
            <a:gdLst>
              <a:gd name="textAreaLeft" fmla="*/ 0 w 1800"/>
              <a:gd name="textAreaRight" fmla="*/ 10800 w 1800"/>
              <a:gd name="textAreaTop" fmla="*/ 0 h 3691080"/>
              <a:gd name="textAreaBottom" fmla="*/ 3700080 h 369108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>
                  <a:alpha val="0"/>
                </a:srgbClr>
              </a:gs>
              <a:gs pos="50000">
                <a:srgbClr val="cccccc">
                  <a:alpha val="0"/>
                </a:srgbClr>
              </a:gs>
              <a:gs pos="100000">
                <a:srgbClr val="111111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8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0440" cy="156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" name="PlaceHolder 3"/>
          <p:cNvSpPr>
            <a:spLocks noGrp="1"/>
          </p:cNvSpPr>
          <p:nvPr>
            <p:ph type="body"/>
          </p:nvPr>
        </p:nvSpPr>
        <p:spPr>
          <a:xfrm>
            <a:off x="5145480" y="1325880"/>
            <a:ext cx="4420440" cy="32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" name="PlaceHolder 4"/>
          <p:cNvSpPr>
            <a:spLocks noGrp="1"/>
          </p:cNvSpPr>
          <p:nvPr>
            <p:ph type="body"/>
          </p:nvPr>
        </p:nvSpPr>
        <p:spPr>
          <a:xfrm>
            <a:off x="503280" y="3038760"/>
            <a:ext cx="4420440" cy="156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1" r:id="rId2"/>
  </p:sldLayoutIdLst>
</p:sldMaster>
</file>

<file path=ppt/slideMasters/slideMaster4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184;p40"/>
          <p:cNvSpPr/>
          <p:nvPr/>
        </p:nvSpPr>
        <p:spPr>
          <a:xfrm>
            <a:off x="20160" y="606600"/>
            <a:ext cx="6108840" cy="9000"/>
          </a:xfrm>
          <a:custGeom>
            <a:avLst/>
            <a:gdLst>
              <a:gd name="textAreaLeft" fmla="*/ 0 w 6108840"/>
              <a:gd name="textAreaRight" fmla="*/ 6117840 w 6108840"/>
              <a:gd name="textAreaTop" fmla="*/ 0 h 9000"/>
              <a:gd name="textAreaBottom" fmla="*/ 18000 h 90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Google Shape;185;p40"/>
          <p:cNvSpPr/>
          <p:nvPr/>
        </p:nvSpPr>
        <p:spPr>
          <a:xfrm>
            <a:off x="4428720" y="840240"/>
            <a:ext cx="5662800" cy="360"/>
          </a:xfrm>
          <a:custGeom>
            <a:avLst/>
            <a:gdLst>
              <a:gd name="textAreaLeft" fmla="*/ 0 w 5662800"/>
              <a:gd name="textAreaRight" fmla="*/ 5671800 w 56628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Google Shape;186;p40"/>
          <p:cNvSpPr/>
          <p:nvPr/>
        </p:nvSpPr>
        <p:spPr>
          <a:xfrm>
            <a:off x="9815760" y="473760"/>
            <a:ext cx="360" cy="484200"/>
          </a:xfrm>
          <a:custGeom>
            <a:avLst/>
            <a:gdLst>
              <a:gd name="textAreaLeft" fmla="*/ 0 w 360"/>
              <a:gd name="textAreaRight" fmla="*/ 460800 w 360"/>
              <a:gd name="textAreaTop" fmla="*/ 0 h 484200"/>
              <a:gd name="textAreaBottom" fmla="*/ 493200 h 4842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" name="Google Shape;187;p40"/>
          <p:cNvSpPr/>
          <p:nvPr/>
        </p:nvSpPr>
        <p:spPr>
          <a:xfrm>
            <a:off x="5641200" y="5193360"/>
            <a:ext cx="3711600" cy="360"/>
          </a:xfrm>
          <a:custGeom>
            <a:avLst/>
            <a:gdLst>
              <a:gd name="textAreaLeft" fmla="*/ 0 w 3711600"/>
              <a:gd name="textAreaRight" fmla="*/ 3720600 w 37116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Google Shape;188;p40"/>
          <p:cNvSpPr/>
          <p:nvPr/>
        </p:nvSpPr>
        <p:spPr>
          <a:xfrm>
            <a:off x="9255960" y="4915800"/>
            <a:ext cx="360" cy="340560"/>
          </a:xfrm>
          <a:custGeom>
            <a:avLst/>
            <a:gdLst>
              <a:gd name="textAreaLeft" fmla="*/ 0 w 360"/>
              <a:gd name="textAreaRight" fmla="*/ 460800 w 360"/>
              <a:gd name="textAreaTop" fmla="*/ 0 h 340560"/>
              <a:gd name="textAreaBottom" fmla="*/ 349560 h 3405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" name="Google Shape;189;p40"/>
          <p:cNvSpPr/>
          <p:nvPr/>
        </p:nvSpPr>
        <p:spPr>
          <a:xfrm>
            <a:off x="973440" y="5193000"/>
            <a:ext cx="3711600" cy="360"/>
          </a:xfrm>
          <a:custGeom>
            <a:avLst/>
            <a:gdLst>
              <a:gd name="textAreaLeft" fmla="*/ 0 w 3711600"/>
              <a:gd name="textAreaRight" fmla="*/ 3720600 w 37116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Google Shape;190;p40"/>
          <p:cNvSpPr/>
          <p:nvPr/>
        </p:nvSpPr>
        <p:spPr>
          <a:xfrm>
            <a:off x="4587840" y="4912560"/>
            <a:ext cx="360" cy="340560"/>
          </a:xfrm>
          <a:custGeom>
            <a:avLst/>
            <a:gdLst>
              <a:gd name="textAreaLeft" fmla="*/ 0 w 360"/>
              <a:gd name="textAreaRight" fmla="*/ 460800 w 360"/>
              <a:gd name="textAreaTop" fmla="*/ 0 h 340560"/>
              <a:gd name="textAreaBottom" fmla="*/ 349560 h 3405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2" name="Google Shape;191;p40"/>
          <p:cNvSpPr/>
          <p:nvPr/>
        </p:nvSpPr>
        <p:spPr>
          <a:xfrm>
            <a:off x="5052960" y="1036440"/>
            <a:ext cx="1800" cy="3691080"/>
          </a:xfrm>
          <a:custGeom>
            <a:avLst/>
            <a:gdLst>
              <a:gd name="textAreaLeft" fmla="*/ 0 w 1800"/>
              <a:gd name="textAreaRight" fmla="*/ 10800 w 1800"/>
              <a:gd name="textAreaTop" fmla="*/ 0 h 3691080"/>
              <a:gd name="textAreaBottom" fmla="*/ 3700080 h 369108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>
                  <a:alpha val="0"/>
                </a:srgbClr>
              </a:gs>
              <a:gs pos="50000">
                <a:srgbClr val="cccccc">
                  <a:alpha val="0"/>
                </a:srgbClr>
              </a:gs>
              <a:gs pos="100000">
                <a:srgbClr val="111111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0440" cy="32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" name="PlaceHolder 3"/>
          <p:cNvSpPr>
            <a:spLocks noGrp="1"/>
          </p:cNvSpPr>
          <p:nvPr>
            <p:ph type="body"/>
          </p:nvPr>
        </p:nvSpPr>
        <p:spPr>
          <a:xfrm>
            <a:off x="5145480" y="1325880"/>
            <a:ext cx="4420440" cy="156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" name="PlaceHolder 4"/>
          <p:cNvSpPr>
            <a:spLocks noGrp="1"/>
          </p:cNvSpPr>
          <p:nvPr>
            <p:ph type="body"/>
          </p:nvPr>
        </p:nvSpPr>
        <p:spPr>
          <a:xfrm>
            <a:off x="5145480" y="3038760"/>
            <a:ext cx="4420440" cy="156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3" r:id="rId2"/>
  </p:sldLayoutIdLst>
</p:sldMaster>
</file>

<file path=ppt/slideMasters/slideMaster4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184;p40"/>
          <p:cNvSpPr/>
          <p:nvPr/>
        </p:nvSpPr>
        <p:spPr>
          <a:xfrm>
            <a:off x="20160" y="606600"/>
            <a:ext cx="6108840" cy="9000"/>
          </a:xfrm>
          <a:custGeom>
            <a:avLst/>
            <a:gdLst>
              <a:gd name="textAreaLeft" fmla="*/ 0 w 6108840"/>
              <a:gd name="textAreaRight" fmla="*/ 6117840 w 6108840"/>
              <a:gd name="textAreaTop" fmla="*/ 0 h 9000"/>
              <a:gd name="textAreaBottom" fmla="*/ 18000 h 90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>
                  <a:alpha val="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Google Shape;185;p40"/>
          <p:cNvSpPr/>
          <p:nvPr/>
        </p:nvSpPr>
        <p:spPr>
          <a:xfrm>
            <a:off x="4428720" y="840240"/>
            <a:ext cx="5662800" cy="360"/>
          </a:xfrm>
          <a:custGeom>
            <a:avLst/>
            <a:gdLst>
              <a:gd name="textAreaLeft" fmla="*/ 0 w 5662800"/>
              <a:gd name="textAreaRight" fmla="*/ 5671800 w 56628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Google Shape;186;p40"/>
          <p:cNvSpPr/>
          <p:nvPr/>
        </p:nvSpPr>
        <p:spPr>
          <a:xfrm>
            <a:off x="9815760" y="473760"/>
            <a:ext cx="360" cy="484200"/>
          </a:xfrm>
          <a:custGeom>
            <a:avLst/>
            <a:gdLst>
              <a:gd name="textAreaLeft" fmla="*/ 0 w 360"/>
              <a:gd name="textAreaRight" fmla="*/ 460800 w 360"/>
              <a:gd name="textAreaTop" fmla="*/ 0 h 484200"/>
              <a:gd name="textAreaBottom" fmla="*/ 493200 h 4842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4" name="Google Shape;187;p40"/>
          <p:cNvSpPr/>
          <p:nvPr/>
        </p:nvSpPr>
        <p:spPr>
          <a:xfrm>
            <a:off x="5641200" y="5193360"/>
            <a:ext cx="3711600" cy="360"/>
          </a:xfrm>
          <a:custGeom>
            <a:avLst/>
            <a:gdLst>
              <a:gd name="textAreaLeft" fmla="*/ 0 w 3711600"/>
              <a:gd name="textAreaRight" fmla="*/ 3720600 w 37116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Google Shape;188;p40"/>
          <p:cNvSpPr/>
          <p:nvPr/>
        </p:nvSpPr>
        <p:spPr>
          <a:xfrm>
            <a:off x="9255960" y="4915800"/>
            <a:ext cx="360" cy="340560"/>
          </a:xfrm>
          <a:custGeom>
            <a:avLst/>
            <a:gdLst>
              <a:gd name="textAreaLeft" fmla="*/ 0 w 360"/>
              <a:gd name="textAreaRight" fmla="*/ 460800 w 360"/>
              <a:gd name="textAreaTop" fmla="*/ 0 h 340560"/>
              <a:gd name="textAreaBottom" fmla="*/ 349560 h 3405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" name="Google Shape;189;p40"/>
          <p:cNvSpPr/>
          <p:nvPr/>
        </p:nvSpPr>
        <p:spPr>
          <a:xfrm>
            <a:off x="973440" y="5193000"/>
            <a:ext cx="3711600" cy="360"/>
          </a:xfrm>
          <a:custGeom>
            <a:avLst/>
            <a:gdLst>
              <a:gd name="textAreaLeft" fmla="*/ 0 w 3711600"/>
              <a:gd name="textAreaRight" fmla="*/ 3720600 w 3711600"/>
              <a:gd name="textAreaTop" fmla="*/ 0 h 360"/>
              <a:gd name="textAreaBottom" fmla="*/ 460800 h 3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>
                  <a:alpha val="0"/>
                </a:srgbClr>
              </a:gs>
              <a:gs pos="100000">
                <a:srgbClr val="cccccc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Google Shape;190;p40"/>
          <p:cNvSpPr/>
          <p:nvPr/>
        </p:nvSpPr>
        <p:spPr>
          <a:xfrm>
            <a:off x="4587840" y="4912560"/>
            <a:ext cx="360" cy="340560"/>
          </a:xfrm>
          <a:custGeom>
            <a:avLst/>
            <a:gdLst>
              <a:gd name="textAreaLeft" fmla="*/ 0 w 360"/>
              <a:gd name="textAreaRight" fmla="*/ 460800 w 360"/>
              <a:gd name="textAreaTop" fmla="*/ 0 h 340560"/>
              <a:gd name="textAreaBottom" fmla="*/ 349560 h 3405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" name="Google Shape;191;p40"/>
          <p:cNvSpPr/>
          <p:nvPr/>
        </p:nvSpPr>
        <p:spPr>
          <a:xfrm>
            <a:off x="5052960" y="1036440"/>
            <a:ext cx="1800" cy="3691080"/>
          </a:xfrm>
          <a:custGeom>
            <a:avLst/>
            <a:gdLst>
              <a:gd name="textAreaLeft" fmla="*/ 0 w 1800"/>
              <a:gd name="textAreaRight" fmla="*/ 10800 w 1800"/>
              <a:gd name="textAreaTop" fmla="*/ 0 h 3691080"/>
              <a:gd name="textAreaBottom" fmla="*/ 3700080 h 369108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>
                  <a:alpha val="0"/>
                </a:srgbClr>
              </a:gs>
              <a:gs pos="50000">
                <a:srgbClr val="cccccc">
                  <a:alpha val="0"/>
                </a:srgbClr>
              </a:gs>
              <a:gs pos="100000">
                <a:srgbClr val="111111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0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0440" cy="156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1" name="PlaceHolder 3"/>
          <p:cNvSpPr>
            <a:spLocks noGrp="1"/>
          </p:cNvSpPr>
          <p:nvPr>
            <p:ph type="body"/>
          </p:nvPr>
        </p:nvSpPr>
        <p:spPr>
          <a:xfrm>
            <a:off x="5145480" y="1325880"/>
            <a:ext cx="4420440" cy="156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2" name="PlaceHolder 4"/>
          <p:cNvSpPr>
            <a:spLocks noGrp="1"/>
          </p:cNvSpPr>
          <p:nvPr>
            <p:ph type="body"/>
          </p:nvPr>
        </p:nvSpPr>
        <p:spPr>
          <a:xfrm>
            <a:off x="503280" y="3038760"/>
            <a:ext cx="9059040" cy="156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244;p53"/>
          <p:cNvSpPr/>
          <p:nvPr/>
        </p:nvSpPr>
        <p:spPr>
          <a:xfrm>
            <a:off x="227880" y="1599480"/>
            <a:ext cx="8987400" cy="64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Arial"/>
              </a:rPr>
              <a:t>Switching Circuit &amp; Logic Design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Google Shape;245;p53"/>
          <p:cNvSpPr/>
          <p:nvPr/>
        </p:nvSpPr>
        <p:spPr>
          <a:xfrm>
            <a:off x="3735000" y="3198960"/>
            <a:ext cx="260172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Lecture 24 : Counter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Types of Counters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00" name=""/>
          <p:cNvGraphicFramePr/>
          <p:nvPr/>
        </p:nvGraphicFramePr>
        <p:xfrm>
          <a:off x="2502720" y="1642680"/>
          <a:ext cx="5075280" cy="2250720"/>
        </p:xfrm>
        <a:graphic>
          <a:graphicData uri="http://schemas.openxmlformats.org/drawingml/2006/table">
            <a:tbl>
              <a:tblPr/>
              <a:tblGrid>
                <a:gridCol w="2537640"/>
                <a:gridCol w="2538000"/>
              </a:tblGrid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Asynchronous Counter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Synchronous Counter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O/P of one FF to Clock of next FF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No such connection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All clocks are not simultaneous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Same clock to every FF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Simple to design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Tedious and complex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Low speed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Faster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Frequency Divider circuit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59040" cy="32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704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Asynchronous Counter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762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lastPrinted>2025-11-10T17:24:06Z</cp:lastPrinted>
  <dcterms:modified xsi:type="dcterms:W3CDTF">2025-11-10T17:24:11Z</dcterms:modified>
  <cp:revision>50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