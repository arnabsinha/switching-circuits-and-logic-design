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6920" y="304020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692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4020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4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2320" cy="1800"/>
          </a:xfrm>
          <a:custGeom>
            <a:avLst/>
            <a:gdLst>
              <a:gd name="textAreaLeft" fmla="*/ 0 w 6232320"/>
              <a:gd name="textAreaRight" fmla="*/ 6237720 w 623232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1800" cy="482040"/>
          </a:xfrm>
          <a:custGeom>
            <a:avLst/>
            <a:gdLst>
              <a:gd name="textAreaLeft" fmla="*/ 0 w 1800"/>
              <a:gd name="textAreaRight" fmla="*/ 7200 w 1800"/>
              <a:gd name="textAreaTop" fmla="*/ 0 h 482040"/>
              <a:gd name="textAreaBottom" fmla="*/ 487440 h 48204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7040" cy="1800"/>
          </a:xfrm>
          <a:custGeom>
            <a:avLst/>
            <a:gdLst>
              <a:gd name="textAreaLeft" fmla="*/ 0 w 7457040"/>
              <a:gd name="textAreaRight" fmla="*/ 7462440 w 745704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26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32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7280" y="304056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2440" cy="12600"/>
          </a:xfrm>
          <a:custGeom>
            <a:avLst/>
            <a:gdLst>
              <a:gd name="textAreaLeft" fmla="*/ 0 w 6112440"/>
              <a:gd name="textAreaRight" fmla="*/ 6117840 w 6112440"/>
              <a:gd name="textAreaTop" fmla="*/ 0 h 12600"/>
              <a:gd name="textAreaBottom" fmla="*/ 18000 h 1260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6400" cy="1800"/>
          </a:xfrm>
          <a:custGeom>
            <a:avLst/>
            <a:gdLst>
              <a:gd name="textAreaLeft" fmla="*/ 0 w 5666400"/>
              <a:gd name="textAreaRight" fmla="*/ 5671800 w 56664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1800" cy="487800"/>
          </a:xfrm>
          <a:custGeom>
            <a:avLst/>
            <a:gdLst>
              <a:gd name="textAreaLeft" fmla="*/ 0 w 1800"/>
              <a:gd name="textAreaRight" fmla="*/ 7200 w 1800"/>
              <a:gd name="textAreaTop" fmla="*/ 0 h 487800"/>
              <a:gd name="textAreaBottom" fmla="*/ 493200 h 48780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5200" cy="1800"/>
          </a:xfrm>
          <a:custGeom>
            <a:avLst/>
            <a:gdLst>
              <a:gd name="textAreaLeft" fmla="*/ 0 w 3715200"/>
              <a:gd name="textAreaRight" fmla="*/ 3720600 w 3715200"/>
              <a:gd name="textAreaTop" fmla="*/ 0 h 1800"/>
              <a:gd name="textAreaBottom" fmla="*/ 7200 h 180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1800" cy="344160"/>
          </a:xfrm>
          <a:custGeom>
            <a:avLst/>
            <a:gdLst>
              <a:gd name="textAreaLeft" fmla="*/ 0 w 1800"/>
              <a:gd name="textAreaRight" fmla="*/ 7200 w 1800"/>
              <a:gd name="textAreaTop" fmla="*/ 0 h 344160"/>
              <a:gd name="textAreaBottom" fmla="*/ 349560 h 34416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5400" cy="3694680"/>
          </a:xfrm>
          <a:custGeom>
            <a:avLst/>
            <a:gdLst>
              <a:gd name="textAreaLeft" fmla="*/ 0 w 5400"/>
              <a:gd name="textAreaRight" fmla="*/ 10800 w 5400"/>
              <a:gd name="textAreaTop" fmla="*/ 0 h 3694680"/>
              <a:gd name="textAreaBottom" fmla="*/ 3700080 h 369468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7280" y="1325880"/>
            <a:ext cx="44222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40560"/>
            <a:ext cx="9062640" cy="15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91000" cy="6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3735000" y="3198960"/>
            <a:ext cx="260532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20 : Synchronous Circuit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Synchronous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2743200" y="1828800"/>
            <a:ext cx="3656880" cy="11422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Combinational Circuit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1600200" y="2370600"/>
            <a:ext cx="1143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6388200" y="2370600"/>
            <a:ext cx="1143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4739400" y="3537000"/>
            <a:ext cx="1828080" cy="6850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Memory Elements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4" name=""/>
          <p:cNvCxnSpPr>
            <a:stCxn id="503" idx="1"/>
            <a:endCxn id="500" idx="2"/>
          </p:cNvCxnSpPr>
          <p:nvPr/>
        </p:nvCxnSpPr>
        <p:spPr>
          <a:xfrm rot="10800000">
            <a:off x="4571640" y="2970720"/>
            <a:ext cx="168120" cy="90864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505" name=""/>
          <p:cNvCxnSpPr>
            <a:stCxn id="502" idx="0"/>
            <a:endCxn id="503" idx="3"/>
          </p:cNvCxnSpPr>
          <p:nvPr/>
        </p:nvCxnSpPr>
        <p:spPr>
          <a:xfrm flipV="1" rot="10800000">
            <a:off x="6567120" y="2370240"/>
            <a:ext cx="392400" cy="1509120"/>
          </a:xfrm>
          <a:prstGeom prst="bentConnector3">
            <a:avLst>
              <a:gd name="adj1" fmla="val 1157851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506" name=""/>
          <p:cNvSpPr/>
          <p:nvPr/>
        </p:nvSpPr>
        <p:spPr>
          <a:xfrm>
            <a:off x="1670400" y="2021400"/>
            <a:ext cx="8017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Inputs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6485400" y="1972800"/>
            <a:ext cx="980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Outputs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Latches and Flip-Flops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1143000" y="1371600"/>
            <a:ext cx="2742480" cy="11422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Most important memory element is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Latches and Flip-Flops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143000" y="1371600"/>
            <a:ext cx="2742480" cy="11422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Most important memory element is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4800600" y="1371600"/>
            <a:ext cx="2742480" cy="13708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Flip-flops are made by an assembly of gates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Latches and Flip-Flops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1143000" y="1371600"/>
            <a:ext cx="2742480" cy="11422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Most important memory element is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4800600" y="1371600"/>
            <a:ext cx="2742480" cy="13708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Flip-flops are made by an assembly of gates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1143000" y="3429000"/>
            <a:ext cx="2056680" cy="13708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 has only “TWO” outputs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2971800" y="36576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2971800" y="45720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Latches and Flip-Flops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1143000" y="1371600"/>
            <a:ext cx="2742480" cy="11422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Most important memory element is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4800600" y="1371600"/>
            <a:ext cx="2742480" cy="13708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Flip-flops are made by an assembly of gates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1143000" y="3429000"/>
            <a:ext cx="2056680" cy="13708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 has only “TWO” outputs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2971800" y="36576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2971800" y="45720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4959000" y="3200400"/>
            <a:ext cx="2285280" cy="182808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Flip-flop has only “TWO” stable states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281000" y="41148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8001000" y="3657600"/>
            <a:ext cx="1142280" cy="9136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ONE” bit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S-R latch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1600200" y="1600200"/>
            <a:ext cx="1599480" cy="11422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914400" y="18522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914400" y="25002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202920" y="25002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202920" y="185220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1600200" y="164880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1612800" y="232560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2872800" y="165240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2849400" y="2325600"/>
            <a:ext cx="4086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8" name=""/>
          <p:cNvGrpSpPr/>
          <p:nvPr/>
        </p:nvGrpSpPr>
        <p:grpSpPr>
          <a:xfrm>
            <a:off x="2174400" y="3233160"/>
            <a:ext cx="517320" cy="684720"/>
            <a:chOff x="2174400" y="3233160"/>
            <a:chExt cx="517320" cy="684720"/>
          </a:xfrm>
        </p:grpSpPr>
        <p:sp>
          <p:nvSpPr>
            <p:cNvPr id="539" name=""/>
            <p:cNvSpPr/>
            <p:nvPr/>
          </p:nvSpPr>
          <p:spPr>
            <a:xfrm>
              <a:off x="2174400" y="3233160"/>
              <a:ext cx="517320" cy="684720"/>
            </a:xfrm>
            <a:custGeom>
              <a:avLst/>
              <a:gdLst>
                <a:gd name="textAreaLeft" fmla="*/ 0 w 517320"/>
                <a:gd name="textAreaRight" fmla="*/ 518400 w 51732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1440" h="1905">
                  <a:moveTo>
                    <a:pt x="95" y="0"/>
                  </a:moveTo>
                  <a:cubicBezTo>
                    <a:pt x="3175" y="945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2208600" y="323316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1" name=""/>
          <p:cNvGrpSpPr/>
          <p:nvPr/>
        </p:nvGrpSpPr>
        <p:grpSpPr>
          <a:xfrm>
            <a:off x="2174400" y="4169520"/>
            <a:ext cx="517320" cy="684720"/>
            <a:chOff x="2174400" y="4169520"/>
            <a:chExt cx="517320" cy="684720"/>
          </a:xfrm>
        </p:grpSpPr>
        <p:sp>
          <p:nvSpPr>
            <p:cNvPr id="542" name=""/>
            <p:cNvSpPr/>
            <p:nvPr/>
          </p:nvSpPr>
          <p:spPr>
            <a:xfrm>
              <a:off x="2174400" y="4169520"/>
              <a:ext cx="517320" cy="684720"/>
            </a:xfrm>
            <a:custGeom>
              <a:avLst/>
              <a:gdLst>
                <a:gd name="textAreaLeft" fmla="*/ 0 w 517320"/>
                <a:gd name="textAreaRight" fmla="*/ 518400 w 51732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1440" h="1905">
                  <a:moveTo>
                    <a:pt x="95" y="0"/>
                  </a:moveTo>
                  <a:cubicBezTo>
                    <a:pt x="3175" y="945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2208600" y="416952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44" name=""/>
          <p:cNvSpPr/>
          <p:nvPr/>
        </p:nvSpPr>
        <p:spPr>
          <a:xfrm>
            <a:off x="2676600" y="3492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2676600" y="4428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1789200" y="3315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789560" y="3819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1789920" y="4251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1790280" y="4755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2761560" y="3531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2761920" y="4467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 flipV="1">
            <a:off x="1789920" y="3531600"/>
            <a:ext cx="1298880" cy="72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1789920" y="3819600"/>
            <a:ext cx="1298880" cy="6480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1456560" y="456480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1453680" y="315360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3305160" y="334440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3305520" y="4280400"/>
            <a:ext cx="4683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8" name=""/>
          <p:cNvGraphicFramePr/>
          <p:nvPr/>
        </p:nvGraphicFramePr>
        <p:xfrm>
          <a:off x="4356720" y="1426680"/>
          <a:ext cx="5075280" cy="3129840"/>
        </p:xfrm>
        <a:graphic>
          <a:graphicData uri="http://schemas.openxmlformats.org/drawingml/2006/table">
            <a:tbl>
              <a:tblPr/>
              <a:tblGrid>
                <a:gridCol w="525600"/>
                <a:gridCol w="508320"/>
                <a:gridCol w="655920"/>
                <a:gridCol w="762120"/>
                <a:gridCol w="262368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State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Reset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Indeterminate/Invalid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S-R Latch with NAND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0" name=""/>
          <p:cNvGrpSpPr/>
          <p:nvPr/>
        </p:nvGrpSpPr>
        <p:grpSpPr>
          <a:xfrm>
            <a:off x="1798560" y="1537200"/>
            <a:ext cx="648360" cy="687600"/>
            <a:chOff x="1798560" y="1537200"/>
            <a:chExt cx="648360" cy="687600"/>
          </a:xfrm>
        </p:grpSpPr>
        <p:sp>
          <p:nvSpPr>
            <p:cNvPr id="561" name=""/>
            <p:cNvSpPr/>
            <p:nvPr/>
          </p:nvSpPr>
          <p:spPr>
            <a:xfrm>
              <a:off x="1798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2244960" y="154008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1798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4" name=""/>
            <p:cNvSpPr/>
            <p:nvPr/>
          </p:nvSpPr>
          <p:spPr>
            <a:xfrm>
              <a:off x="1798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5" name=""/>
          <p:cNvGrpSpPr/>
          <p:nvPr/>
        </p:nvGrpSpPr>
        <p:grpSpPr>
          <a:xfrm>
            <a:off x="1798920" y="2494080"/>
            <a:ext cx="648360" cy="687600"/>
            <a:chOff x="1798920" y="2494080"/>
            <a:chExt cx="648360" cy="687600"/>
          </a:xfrm>
        </p:grpSpPr>
        <p:sp>
          <p:nvSpPr>
            <p:cNvPr id="566" name=""/>
            <p:cNvSpPr/>
            <p:nvPr/>
          </p:nvSpPr>
          <p:spPr>
            <a:xfrm>
              <a:off x="1798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7" name=""/>
            <p:cNvSpPr/>
            <p:nvPr/>
          </p:nvSpPr>
          <p:spPr>
            <a:xfrm>
              <a:off x="2245320" y="249696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8" name=""/>
            <p:cNvSpPr/>
            <p:nvPr/>
          </p:nvSpPr>
          <p:spPr>
            <a:xfrm>
              <a:off x="1798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1798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0" name=""/>
          <p:cNvSpPr/>
          <p:nvPr/>
        </p:nvSpPr>
        <p:spPr>
          <a:xfrm>
            <a:off x="2424960" y="1836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2424960" y="2772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1321560" y="1659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1321920" y="2163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1322280" y="2595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1322640" y="3099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2509920" y="1828800"/>
            <a:ext cx="1263600" cy="46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1322280" y="1828800"/>
            <a:ext cx="2106720" cy="766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322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988920" y="148428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986040" y="291708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3773520" y="168840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3773880" y="2624400"/>
            <a:ext cx="4683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 flipV="1">
            <a:off x="2516040" y="2779200"/>
            <a:ext cx="1257840" cy="29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5480" bIns="-15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0640" cy="64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Flip-Flop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5" name=""/>
          <p:cNvGrpSpPr/>
          <p:nvPr/>
        </p:nvGrpSpPr>
        <p:grpSpPr>
          <a:xfrm>
            <a:off x="3670560" y="1537200"/>
            <a:ext cx="648360" cy="687600"/>
            <a:chOff x="3670560" y="1537200"/>
            <a:chExt cx="648360" cy="687600"/>
          </a:xfrm>
        </p:grpSpPr>
        <p:sp>
          <p:nvSpPr>
            <p:cNvPr id="586" name=""/>
            <p:cNvSpPr/>
            <p:nvPr/>
          </p:nvSpPr>
          <p:spPr>
            <a:xfrm>
              <a:off x="3670560" y="153720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7" name=""/>
            <p:cNvSpPr/>
            <p:nvPr/>
          </p:nvSpPr>
          <p:spPr>
            <a:xfrm>
              <a:off x="4116960" y="154008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3670560" y="1537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9" name=""/>
            <p:cNvSpPr/>
            <p:nvPr/>
          </p:nvSpPr>
          <p:spPr>
            <a:xfrm>
              <a:off x="3670560" y="2221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0" name=""/>
          <p:cNvGrpSpPr/>
          <p:nvPr/>
        </p:nvGrpSpPr>
        <p:grpSpPr>
          <a:xfrm>
            <a:off x="3670920" y="2494080"/>
            <a:ext cx="648360" cy="687600"/>
            <a:chOff x="3670920" y="2494080"/>
            <a:chExt cx="648360" cy="687600"/>
          </a:xfrm>
        </p:grpSpPr>
        <p:sp>
          <p:nvSpPr>
            <p:cNvPr id="591" name=""/>
            <p:cNvSpPr/>
            <p:nvPr/>
          </p:nvSpPr>
          <p:spPr>
            <a:xfrm>
              <a:off x="3670920" y="249408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4117320" y="249696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3" name=""/>
            <p:cNvSpPr/>
            <p:nvPr/>
          </p:nvSpPr>
          <p:spPr>
            <a:xfrm>
              <a:off x="3670920" y="2494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3670920" y="317808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95" name=""/>
          <p:cNvSpPr/>
          <p:nvPr/>
        </p:nvSpPr>
        <p:spPr>
          <a:xfrm>
            <a:off x="4296960" y="1836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4296960" y="277272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766080" y="1659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3193920" y="2163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3194280" y="2595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760320" y="3099600"/>
            <a:ext cx="491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 flipV="1">
            <a:off x="4381920" y="1828800"/>
            <a:ext cx="1263600" cy="46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 flipV="1">
            <a:off x="3194280" y="1828800"/>
            <a:ext cx="2106720" cy="766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3194280" y="2163600"/>
            <a:ext cx="2106720" cy="615600"/>
          </a:xfrm>
          <a:prstGeom prst="line">
            <a:avLst/>
          </a:prstGeom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433440" y="148428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423720" y="291708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5645520" y="168840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5645880" y="2624400"/>
            <a:ext cx="4683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 flipV="1">
            <a:off x="4388040" y="2779200"/>
            <a:ext cx="1257840" cy="29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5480" bIns="-15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9" name=""/>
          <p:cNvGrpSpPr/>
          <p:nvPr/>
        </p:nvGrpSpPr>
        <p:grpSpPr>
          <a:xfrm>
            <a:off x="1258920" y="1537560"/>
            <a:ext cx="648360" cy="687600"/>
            <a:chOff x="1258920" y="1537560"/>
            <a:chExt cx="648360" cy="687600"/>
          </a:xfrm>
        </p:grpSpPr>
        <p:sp>
          <p:nvSpPr>
            <p:cNvPr id="610" name=""/>
            <p:cNvSpPr/>
            <p:nvPr/>
          </p:nvSpPr>
          <p:spPr>
            <a:xfrm>
              <a:off x="1258920" y="1537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1" name=""/>
            <p:cNvSpPr/>
            <p:nvPr/>
          </p:nvSpPr>
          <p:spPr>
            <a:xfrm>
              <a:off x="1705320" y="154044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1258920" y="1537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1258920" y="2221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4" name=""/>
          <p:cNvSpPr/>
          <p:nvPr/>
        </p:nvSpPr>
        <p:spPr>
          <a:xfrm>
            <a:off x="1885320" y="183708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5" name=""/>
          <p:cNvGrpSpPr/>
          <p:nvPr/>
        </p:nvGrpSpPr>
        <p:grpSpPr>
          <a:xfrm>
            <a:off x="1259280" y="2509920"/>
            <a:ext cx="648360" cy="687600"/>
            <a:chOff x="1259280" y="2509920"/>
            <a:chExt cx="648360" cy="687600"/>
          </a:xfrm>
        </p:grpSpPr>
        <p:sp>
          <p:nvSpPr>
            <p:cNvPr id="616" name=""/>
            <p:cNvSpPr/>
            <p:nvPr/>
          </p:nvSpPr>
          <p:spPr>
            <a:xfrm>
              <a:off x="1259280" y="2509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1705680" y="2512800"/>
              <a:ext cx="201960" cy="684720"/>
            </a:xfrm>
            <a:custGeom>
              <a:avLst/>
              <a:gdLst>
                <a:gd name="textAreaLeft" fmla="*/ 0 w 201960"/>
                <a:gd name="textAreaRight" fmla="*/ 203040 w 201960"/>
                <a:gd name="textAreaTop" fmla="*/ 0 h 684720"/>
                <a:gd name="textAreaBottom" fmla="*/ 685800 h 68472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1259280" y="250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1259280" y="3193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20" name=""/>
          <p:cNvSpPr/>
          <p:nvPr/>
        </p:nvSpPr>
        <p:spPr>
          <a:xfrm>
            <a:off x="1885680" y="2809440"/>
            <a:ext cx="90360" cy="9036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975600" y="2057400"/>
            <a:ext cx="283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975960" y="2669400"/>
            <a:ext cx="283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975600" y="2057400"/>
            <a:ext cx="360" cy="612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688320" y="2367720"/>
            <a:ext cx="28332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61200" y="2190600"/>
            <a:ext cx="623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 flipV="1">
            <a:off x="1940040" y="1864800"/>
            <a:ext cx="1742760" cy="82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 flipV="1">
            <a:off x="1940400" y="2837160"/>
            <a:ext cx="1742760" cy="82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28" name=""/>
          <p:cNvGraphicFramePr/>
          <p:nvPr/>
        </p:nvGraphicFramePr>
        <p:xfrm>
          <a:off x="6015600" y="1427040"/>
          <a:ext cx="3946320" cy="3385440"/>
        </p:xfrm>
        <a:graphic>
          <a:graphicData uri="http://schemas.openxmlformats.org/drawingml/2006/table">
            <a:tbl>
              <a:tblPr/>
              <a:tblGrid>
                <a:gridCol w="370800"/>
                <a:gridCol w="370800"/>
                <a:gridCol w="358200"/>
                <a:gridCol w="462240"/>
                <a:gridCol w="537480"/>
                <a:gridCol w="184680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Q</a:t>
                      </a: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n+1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State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Reset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Indeterminate/Invalid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lIns="90000" rIns="90000" tIns="45000" bIns="45000" anchor="ctr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 Change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rIns="90000" tIns="45000" bIns="45000" anchor="ctr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2025-10-30T17:00:32Z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