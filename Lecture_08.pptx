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5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9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9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9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3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4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4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7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7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8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9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0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1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2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2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2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40240" cy="7200"/>
          </a:xfrm>
          <a:custGeom>
            <a:rect b="b" l="l" r="r" t="t"/>
            <a:pathLst>
              <a:path extrusionOk="0" h="22" w="17335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7200" cy="487440"/>
          </a:xfrm>
          <a:custGeom>
            <a:rect b="b" l="l" r="r" t="t"/>
            <a:pathLst>
              <a:path extrusionOk="0" h="1356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5644080" y="519480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974160" y="519444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4590000" y="491400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5055480" y="1037160"/>
            <a:ext cx="10800" cy="3700800"/>
          </a:xfrm>
          <a:custGeom>
            <a:rect b="b" l="l" r="r" t="t"/>
            <a:pathLst>
              <a:path extrusionOk="0" h="10282" w="3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40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4" name="Google Shape;184;p40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5" name="Google Shape;185;p40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" name="Google Shape;186;p40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40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0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0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0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0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3"/>
          <p:cNvSpPr txBox="1"/>
          <p:nvPr/>
        </p:nvSpPr>
        <p:spPr>
          <a:xfrm>
            <a:off x="228600" y="16002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Circuit &amp; Logic Design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3"/>
          <p:cNvSpPr txBox="1"/>
          <p:nvPr/>
        </p:nvSpPr>
        <p:spPr>
          <a:xfrm>
            <a:off x="2901600" y="3200400"/>
            <a:ext cx="45014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Lecture 8 : Practice for Logic Functions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4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Prove the following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4"/>
          <p:cNvSpPr txBox="1"/>
          <p:nvPr/>
        </p:nvSpPr>
        <p:spPr>
          <a:xfrm>
            <a:off x="1143000" y="1371600"/>
            <a:ext cx="15613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XOR A’ = 1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4"/>
          <p:cNvSpPr txBox="1"/>
          <p:nvPr/>
        </p:nvSpPr>
        <p:spPr>
          <a:xfrm>
            <a:off x="1143000" y="1839600"/>
            <a:ext cx="321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AB XOR AC = A .( B XOR C )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4"/>
          <p:cNvSpPr txBox="1"/>
          <p:nvPr/>
        </p:nvSpPr>
        <p:spPr>
          <a:xfrm>
            <a:off x="1143000" y="2307600"/>
            <a:ext cx="26420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XOR B = (A+B) .(AB)’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5"/>
          <p:cNvSpPr txBox="1"/>
          <p:nvPr/>
        </p:nvSpPr>
        <p:spPr>
          <a:xfrm>
            <a:off x="144000" y="64080"/>
            <a:ext cx="9000000" cy="125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Which one is commutative but not associative ?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5"/>
          <p:cNvSpPr txBox="1"/>
          <p:nvPr/>
        </p:nvSpPr>
        <p:spPr>
          <a:xfrm>
            <a:off x="1143000" y="1866600"/>
            <a:ext cx="6634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5"/>
          <p:cNvSpPr txBox="1"/>
          <p:nvPr/>
        </p:nvSpPr>
        <p:spPr>
          <a:xfrm>
            <a:off x="1143000" y="2334600"/>
            <a:ext cx="5238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OR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5"/>
          <p:cNvSpPr txBox="1"/>
          <p:nvPr/>
        </p:nvSpPr>
        <p:spPr>
          <a:xfrm>
            <a:off x="1143000" y="2730600"/>
            <a:ext cx="6760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XOR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5"/>
          <p:cNvSpPr txBox="1"/>
          <p:nvPr/>
        </p:nvSpPr>
        <p:spPr>
          <a:xfrm>
            <a:off x="1143000" y="3126600"/>
            <a:ext cx="828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NAND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5"/>
          <p:cNvSpPr txBox="1"/>
          <p:nvPr/>
        </p:nvSpPr>
        <p:spPr>
          <a:xfrm>
            <a:off x="7423560" y="1841400"/>
            <a:ext cx="1575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 . (B . C)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5"/>
          <p:cNvSpPr txBox="1"/>
          <p:nvPr/>
        </p:nvSpPr>
        <p:spPr>
          <a:xfrm>
            <a:off x="7283520" y="2309400"/>
            <a:ext cx="17154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 + (B + C)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5"/>
          <p:cNvSpPr txBox="1"/>
          <p:nvPr/>
        </p:nvSpPr>
        <p:spPr>
          <a:xfrm>
            <a:off x="6559920" y="2741400"/>
            <a:ext cx="24379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 XOR (B XOR C)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5"/>
          <p:cNvSpPr txBox="1"/>
          <p:nvPr/>
        </p:nvSpPr>
        <p:spPr>
          <a:xfrm>
            <a:off x="7207920" y="3137400"/>
            <a:ext cx="17917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(A . (B . C))’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6"/>
          <p:cNvSpPr txBox="1"/>
          <p:nvPr/>
        </p:nvSpPr>
        <p:spPr>
          <a:xfrm>
            <a:off x="144000" y="64080"/>
            <a:ext cx="9000000" cy="85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Apply Demorgan’s theorem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6"/>
          <p:cNvSpPr txBox="1"/>
          <p:nvPr/>
        </p:nvSpPr>
        <p:spPr>
          <a:xfrm>
            <a:off x="3088800" y="1600200"/>
            <a:ext cx="39222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[ (AB)’ (CD+E’F) ({AB}’ + {CD}’) ]’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6"/>
          <p:cNvSpPr txBox="1"/>
          <p:nvPr/>
        </p:nvSpPr>
        <p:spPr>
          <a:xfrm>
            <a:off x="3929400" y="2514600"/>
            <a:ext cx="2241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[(AB)’ + A’ + AB]’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7"/>
          <p:cNvSpPr txBox="1"/>
          <p:nvPr/>
        </p:nvSpPr>
        <p:spPr>
          <a:xfrm>
            <a:off x="144000" y="64080"/>
            <a:ext cx="9000000" cy="85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Reduce expressions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7"/>
          <p:cNvSpPr txBox="1"/>
          <p:nvPr/>
        </p:nvSpPr>
        <p:spPr>
          <a:xfrm>
            <a:off x="3569400" y="1600200"/>
            <a:ext cx="26542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A [B + C’(AB + AC’)’]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7"/>
          <p:cNvSpPr txBox="1"/>
          <p:nvPr/>
        </p:nvSpPr>
        <p:spPr>
          <a:xfrm>
            <a:off x="3509280" y="2514600"/>
            <a:ext cx="27777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A + B[AC + (B + C’)D]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8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Consensus Theorem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8"/>
          <p:cNvSpPr txBox="1"/>
          <p:nvPr/>
        </p:nvSpPr>
        <p:spPr>
          <a:xfrm>
            <a:off x="3632400" y="1600200"/>
            <a:ext cx="28155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AB + A’C + BC = AB + A’C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9"/>
          <p:cNvSpPr txBox="1"/>
          <p:nvPr/>
        </p:nvSpPr>
        <p:spPr>
          <a:xfrm>
            <a:off x="540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Prove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9"/>
          <p:cNvSpPr txBox="1"/>
          <p:nvPr/>
        </p:nvSpPr>
        <p:spPr>
          <a:xfrm>
            <a:off x="3344400" y="1600200"/>
            <a:ext cx="36007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AB’ + BC’ + CA’ = A’B + B’C + C’A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