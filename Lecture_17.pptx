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31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7.xml" ContentType="application/vnd.openxmlformats-officedocument.theme+xml"/>
  <Override PartName="/ppt/theme/theme10.xml" ContentType="application/vnd.openxmlformats-officedocument.theme+xml"/>
  <Override PartName="/ppt/theme/theme36.xml" ContentType="application/vnd.openxmlformats-officedocument.theme+xml"/>
  <Override PartName="/ppt/theme/theme9.xml" ContentType="application/vnd.openxmlformats-officedocument.theme+xml"/>
  <Override PartName="/ppt/theme/theme46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49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</p:sldMasterIdLst>
  <p:sldIdLst>
    <p:sldId id="256" r:id="rId51"/>
    <p:sldId id="257" r:id="rId52"/>
    <p:sldId id="258" r:id="rId53"/>
    <p:sldId id="259" r:id="rId54"/>
    <p:sldId id="260" r:id="rId55"/>
    <p:sldId id="261" r:id="rId56"/>
    <p:sldId id="262" r:id="rId57"/>
    <p:sldId id="263" r:id="rId58"/>
    <p:sldId id="264" r:id="rId59"/>
  </p:sldIdLst>
  <p:sldSz cx="10077450" cy="566896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" Target="slides/slide1.xml"/><Relationship Id="rId52" Type="http://schemas.openxmlformats.org/officeDocument/2006/relationships/slide" Target="slides/slide2.xml"/><Relationship Id="rId53" Type="http://schemas.openxmlformats.org/officeDocument/2006/relationships/slide" Target="slides/slide3.xml"/><Relationship Id="rId54" Type="http://schemas.openxmlformats.org/officeDocument/2006/relationships/slide" Target="slides/slide4.xml"/><Relationship Id="rId55" Type="http://schemas.openxmlformats.org/officeDocument/2006/relationships/slide" Target="slides/slide5.xml"/><Relationship Id="rId56" Type="http://schemas.openxmlformats.org/officeDocument/2006/relationships/slide" Target="slides/slide6.xml"/><Relationship Id="rId57" Type="http://schemas.openxmlformats.org/officeDocument/2006/relationships/slide" Target="slides/slide7.xml"/><Relationship Id="rId58" Type="http://schemas.openxmlformats.org/officeDocument/2006/relationships/slide" Target="slides/slide8.xml"/><Relationship Id="rId59" Type="http://schemas.openxmlformats.org/officeDocument/2006/relationships/slide" Target="slides/slide9.xml"/><Relationship Id="rId6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55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03280" y="304200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14836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503280" y="304200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5148360" y="304200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55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4836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514836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503280" y="304200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514836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5148360" y="304200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514836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503280" y="304200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55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55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503280" y="304200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514836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503280" y="304200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/>
          </p:nvPr>
        </p:nvSpPr>
        <p:spPr>
          <a:xfrm>
            <a:off x="5148360" y="304200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55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514836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514836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503280" y="304200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514836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5148360" y="304200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/>
          </p:nvPr>
        </p:nvSpPr>
        <p:spPr>
          <a:xfrm>
            <a:off x="514836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/>
          </p:nvPr>
        </p:nvSpPr>
        <p:spPr>
          <a:xfrm>
            <a:off x="503280" y="304200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503280" y="304200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514836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/>
          </p:nvPr>
        </p:nvSpPr>
        <p:spPr>
          <a:xfrm>
            <a:off x="503280" y="304200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PlaceHolder 5"/>
          <p:cNvSpPr>
            <a:spLocks noGrp="1"/>
          </p:cNvSpPr>
          <p:nvPr>
            <p:ph/>
          </p:nvPr>
        </p:nvSpPr>
        <p:spPr>
          <a:xfrm>
            <a:off x="5148360" y="304200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55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55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514836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/>
          </p:nvPr>
        </p:nvSpPr>
        <p:spPr>
          <a:xfrm>
            <a:off x="514836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PlaceHolder 4"/>
          <p:cNvSpPr>
            <a:spLocks noGrp="1"/>
          </p:cNvSpPr>
          <p:nvPr>
            <p:ph/>
          </p:nvPr>
        </p:nvSpPr>
        <p:spPr>
          <a:xfrm>
            <a:off x="503280" y="304200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/>
          </p:nvPr>
        </p:nvSpPr>
        <p:spPr>
          <a:xfrm>
            <a:off x="514836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/>
          </p:nvPr>
        </p:nvSpPr>
        <p:spPr>
          <a:xfrm>
            <a:off x="5148360" y="304200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/>
          </p:nvPr>
        </p:nvSpPr>
        <p:spPr>
          <a:xfrm>
            <a:off x="514836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/>
          </p:nvPr>
        </p:nvSpPr>
        <p:spPr>
          <a:xfrm>
            <a:off x="503280" y="304200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/>
          </p:nvPr>
        </p:nvSpPr>
        <p:spPr>
          <a:xfrm>
            <a:off x="503280" y="304200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/>
          </p:nvPr>
        </p:nvSpPr>
        <p:spPr>
          <a:xfrm>
            <a:off x="514836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/>
          </p:nvPr>
        </p:nvSpPr>
        <p:spPr>
          <a:xfrm>
            <a:off x="503280" y="304200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PlaceHolder 5"/>
          <p:cNvSpPr>
            <a:spLocks noGrp="1"/>
          </p:cNvSpPr>
          <p:nvPr>
            <p:ph/>
          </p:nvPr>
        </p:nvSpPr>
        <p:spPr>
          <a:xfrm>
            <a:off x="5148360" y="304200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55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55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/>
          </p:nvPr>
        </p:nvSpPr>
        <p:spPr>
          <a:xfrm>
            <a:off x="514836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/>
          </p:nvPr>
        </p:nvSpPr>
        <p:spPr>
          <a:xfrm>
            <a:off x="514836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PlaceHolder 4"/>
          <p:cNvSpPr>
            <a:spLocks noGrp="1"/>
          </p:cNvSpPr>
          <p:nvPr>
            <p:ph/>
          </p:nvPr>
        </p:nvSpPr>
        <p:spPr>
          <a:xfrm>
            <a:off x="503280" y="304200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/>
          </p:nvPr>
        </p:nvSpPr>
        <p:spPr>
          <a:xfrm>
            <a:off x="514836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PlaceHolder 4"/>
          <p:cNvSpPr>
            <a:spLocks noGrp="1"/>
          </p:cNvSpPr>
          <p:nvPr>
            <p:ph/>
          </p:nvPr>
        </p:nvSpPr>
        <p:spPr>
          <a:xfrm>
            <a:off x="5148360" y="304200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/>
          </p:nvPr>
        </p:nvSpPr>
        <p:spPr>
          <a:xfrm>
            <a:off x="514836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PlaceHolder 4"/>
          <p:cNvSpPr>
            <a:spLocks noGrp="1"/>
          </p:cNvSpPr>
          <p:nvPr>
            <p:ph/>
          </p:nvPr>
        </p:nvSpPr>
        <p:spPr>
          <a:xfrm>
            <a:off x="503280" y="304200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8;p1"/>
          <p:cNvSpPr/>
          <p:nvPr/>
        </p:nvSpPr>
        <p:spPr>
          <a:xfrm>
            <a:off x="4102200" y="4894560"/>
            <a:ext cx="43876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Google Shape;9;p1"/>
          <p:cNvSpPr/>
          <p:nvPr/>
        </p:nvSpPr>
        <p:spPr>
          <a:xfrm>
            <a:off x="25200" y="462744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Google Shape;10;p1"/>
          <p:cNvSpPr/>
          <p:nvPr/>
        </p:nvSpPr>
        <p:spPr>
          <a:xfrm>
            <a:off x="3857400" y="5322960"/>
            <a:ext cx="6235200" cy="4680"/>
          </a:xfrm>
          <a:custGeom>
            <a:avLst/>
            <a:gdLst>
              <a:gd name="textAreaLeft" fmla="*/ 0 w 6235200"/>
              <a:gd name="textAreaRight" fmla="*/ 6237720 w 623520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Google Shape;11;p1"/>
          <p:cNvSpPr/>
          <p:nvPr/>
        </p:nvSpPr>
        <p:spPr>
          <a:xfrm>
            <a:off x="4043160" y="4943520"/>
            <a:ext cx="4680" cy="484920"/>
          </a:xfrm>
          <a:custGeom>
            <a:avLst/>
            <a:gdLst>
              <a:gd name="textAreaLeft" fmla="*/ 0 w 4680"/>
              <a:gd name="textAreaRight" fmla="*/ 7200 w 4680"/>
              <a:gd name="textAreaTop" fmla="*/ 0 h 484920"/>
              <a:gd name="textAreaBottom" fmla="*/ 487440 h 4849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55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"/>
          <p:cNvSpPr/>
          <p:nvPr/>
        </p:nvSpPr>
        <p:spPr>
          <a:xfrm>
            <a:off x="4102200" y="4894560"/>
            <a:ext cx="43876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25200" y="462744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3857400" y="5322960"/>
            <a:ext cx="6235200" cy="4680"/>
          </a:xfrm>
          <a:custGeom>
            <a:avLst/>
            <a:gdLst>
              <a:gd name="textAreaLeft" fmla="*/ 0 w 6235200"/>
              <a:gd name="textAreaRight" fmla="*/ 6237720 w 623520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4043160" y="4943520"/>
            <a:ext cx="4680" cy="484920"/>
          </a:xfrm>
          <a:custGeom>
            <a:avLst/>
            <a:gdLst>
              <a:gd name="textAreaLeft" fmla="*/ 0 w 4680"/>
              <a:gd name="textAreaRight" fmla="*/ 7200 w 4680"/>
              <a:gd name="textAreaTop" fmla="*/ 0 h 484920"/>
              <a:gd name="textAreaBottom" fmla="*/ 487440 h 4849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03280" y="304236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8;p1"/>
          <p:cNvSpPr/>
          <p:nvPr/>
        </p:nvSpPr>
        <p:spPr>
          <a:xfrm>
            <a:off x="4102200" y="4894560"/>
            <a:ext cx="43876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Google Shape;9;p1"/>
          <p:cNvSpPr/>
          <p:nvPr/>
        </p:nvSpPr>
        <p:spPr>
          <a:xfrm>
            <a:off x="25200" y="462744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Google Shape;10;p1"/>
          <p:cNvSpPr/>
          <p:nvPr/>
        </p:nvSpPr>
        <p:spPr>
          <a:xfrm>
            <a:off x="3857400" y="5322960"/>
            <a:ext cx="6235200" cy="4680"/>
          </a:xfrm>
          <a:custGeom>
            <a:avLst/>
            <a:gdLst>
              <a:gd name="textAreaLeft" fmla="*/ 0 w 6235200"/>
              <a:gd name="textAreaRight" fmla="*/ 6237720 w 623520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Google Shape;11;p1"/>
          <p:cNvSpPr/>
          <p:nvPr/>
        </p:nvSpPr>
        <p:spPr>
          <a:xfrm>
            <a:off x="4043160" y="4943520"/>
            <a:ext cx="4680" cy="484920"/>
          </a:xfrm>
          <a:custGeom>
            <a:avLst/>
            <a:gdLst>
              <a:gd name="textAreaLeft" fmla="*/ 0 w 4680"/>
              <a:gd name="textAreaRight" fmla="*/ 7200 w 4680"/>
              <a:gd name="textAreaTop" fmla="*/ 0 h 484920"/>
              <a:gd name="textAreaBottom" fmla="*/ 487440 h 4849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490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3280" y="304236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5149080" y="304236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8;p1"/>
          <p:cNvSpPr/>
          <p:nvPr/>
        </p:nvSpPr>
        <p:spPr>
          <a:xfrm>
            <a:off x="4102200" y="4894560"/>
            <a:ext cx="43876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Google Shape;9;p1"/>
          <p:cNvSpPr/>
          <p:nvPr/>
        </p:nvSpPr>
        <p:spPr>
          <a:xfrm>
            <a:off x="25200" y="462744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Google Shape;10;p1"/>
          <p:cNvSpPr/>
          <p:nvPr/>
        </p:nvSpPr>
        <p:spPr>
          <a:xfrm>
            <a:off x="3857400" y="5322960"/>
            <a:ext cx="6235200" cy="4680"/>
          </a:xfrm>
          <a:custGeom>
            <a:avLst/>
            <a:gdLst>
              <a:gd name="textAreaLeft" fmla="*/ 0 w 6235200"/>
              <a:gd name="textAreaRight" fmla="*/ 6237720 w 623520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Google Shape;11;p1"/>
          <p:cNvSpPr/>
          <p:nvPr/>
        </p:nvSpPr>
        <p:spPr>
          <a:xfrm>
            <a:off x="4043160" y="4943520"/>
            <a:ext cx="4680" cy="484920"/>
          </a:xfrm>
          <a:custGeom>
            <a:avLst/>
            <a:gdLst>
              <a:gd name="textAreaLeft" fmla="*/ 0 w 4680"/>
              <a:gd name="textAreaRight" fmla="*/ 7200 w 4680"/>
              <a:gd name="textAreaTop" fmla="*/ 0 h 484920"/>
              <a:gd name="textAreaBottom" fmla="*/ 487440 h 4849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8;p1"/>
          <p:cNvSpPr/>
          <p:nvPr/>
        </p:nvSpPr>
        <p:spPr>
          <a:xfrm>
            <a:off x="4102200" y="4894560"/>
            <a:ext cx="43876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Google Shape;9;p1"/>
          <p:cNvSpPr/>
          <p:nvPr/>
        </p:nvSpPr>
        <p:spPr>
          <a:xfrm>
            <a:off x="25200" y="462744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10;p1"/>
          <p:cNvSpPr/>
          <p:nvPr/>
        </p:nvSpPr>
        <p:spPr>
          <a:xfrm>
            <a:off x="3857400" y="5322960"/>
            <a:ext cx="6235200" cy="4680"/>
          </a:xfrm>
          <a:custGeom>
            <a:avLst/>
            <a:gdLst>
              <a:gd name="textAreaLeft" fmla="*/ 0 w 6235200"/>
              <a:gd name="textAreaRight" fmla="*/ 6237720 w 623520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Google Shape;11;p1"/>
          <p:cNvSpPr/>
          <p:nvPr/>
        </p:nvSpPr>
        <p:spPr>
          <a:xfrm>
            <a:off x="4043160" y="4943520"/>
            <a:ext cx="4680" cy="484920"/>
          </a:xfrm>
          <a:custGeom>
            <a:avLst/>
            <a:gdLst>
              <a:gd name="textAreaLeft" fmla="*/ 0 w 4680"/>
              <a:gd name="textAreaRight" fmla="*/ 7200 w 4680"/>
              <a:gd name="textAreaTop" fmla="*/ 0 h 484920"/>
              <a:gd name="textAreaBottom" fmla="*/ 487440 h 4849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8;p1"/>
          <p:cNvSpPr/>
          <p:nvPr/>
        </p:nvSpPr>
        <p:spPr>
          <a:xfrm>
            <a:off x="4102200" y="4894560"/>
            <a:ext cx="43876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Google Shape;9;p1"/>
          <p:cNvSpPr/>
          <p:nvPr/>
        </p:nvSpPr>
        <p:spPr>
          <a:xfrm>
            <a:off x="25200" y="462744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10;p1"/>
          <p:cNvSpPr/>
          <p:nvPr/>
        </p:nvSpPr>
        <p:spPr>
          <a:xfrm>
            <a:off x="3857400" y="5322960"/>
            <a:ext cx="6235200" cy="4680"/>
          </a:xfrm>
          <a:custGeom>
            <a:avLst/>
            <a:gdLst>
              <a:gd name="textAreaLeft" fmla="*/ 0 w 6235200"/>
              <a:gd name="textAreaRight" fmla="*/ 6237720 w 623520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Google Shape;11;p1"/>
          <p:cNvSpPr/>
          <p:nvPr/>
        </p:nvSpPr>
        <p:spPr>
          <a:xfrm>
            <a:off x="4043160" y="4943520"/>
            <a:ext cx="4680" cy="484920"/>
          </a:xfrm>
          <a:custGeom>
            <a:avLst/>
            <a:gdLst>
              <a:gd name="textAreaLeft" fmla="*/ 0 w 4680"/>
              <a:gd name="textAreaRight" fmla="*/ 7200 w 4680"/>
              <a:gd name="textAreaTop" fmla="*/ 0 h 484920"/>
              <a:gd name="textAreaBottom" fmla="*/ 487440 h 4849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55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8;p1"/>
          <p:cNvSpPr/>
          <p:nvPr/>
        </p:nvSpPr>
        <p:spPr>
          <a:xfrm>
            <a:off x="4102200" y="4894560"/>
            <a:ext cx="43876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Google Shape;9;p1"/>
          <p:cNvSpPr/>
          <p:nvPr/>
        </p:nvSpPr>
        <p:spPr>
          <a:xfrm>
            <a:off x="25200" y="462744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10;p1"/>
          <p:cNvSpPr/>
          <p:nvPr/>
        </p:nvSpPr>
        <p:spPr>
          <a:xfrm>
            <a:off x="3857400" y="5322960"/>
            <a:ext cx="6235200" cy="4680"/>
          </a:xfrm>
          <a:custGeom>
            <a:avLst/>
            <a:gdLst>
              <a:gd name="textAreaLeft" fmla="*/ 0 w 6235200"/>
              <a:gd name="textAreaRight" fmla="*/ 6237720 w 623520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11;p1"/>
          <p:cNvSpPr/>
          <p:nvPr/>
        </p:nvSpPr>
        <p:spPr>
          <a:xfrm>
            <a:off x="4043160" y="4943520"/>
            <a:ext cx="4680" cy="484920"/>
          </a:xfrm>
          <a:custGeom>
            <a:avLst/>
            <a:gdLst>
              <a:gd name="textAreaLeft" fmla="*/ 0 w 4680"/>
              <a:gd name="textAreaRight" fmla="*/ 7200 w 4680"/>
              <a:gd name="textAreaTop" fmla="*/ 0 h 484920"/>
              <a:gd name="textAreaBottom" fmla="*/ 487440 h 4849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51490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8;p1"/>
          <p:cNvSpPr/>
          <p:nvPr/>
        </p:nvSpPr>
        <p:spPr>
          <a:xfrm>
            <a:off x="4102200" y="4894560"/>
            <a:ext cx="43876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Google Shape;9;p1"/>
          <p:cNvSpPr/>
          <p:nvPr/>
        </p:nvSpPr>
        <p:spPr>
          <a:xfrm>
            <a:off x="25200" y="462744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10;p1"/>
          <p:cNvSpPr/>
          <p:nvPr/>
        </p:nvSpPr>
        <p:spPr>
          <a:xfrm>
            <a:off x="3857400" y="5322960"/>
            <a:ext cx="6235200" cy="4680"/>
          </a:xfrm>
          <a:custGeom>
            <a:avLst/>
            <a:gdLst>
              <a:gd name="textAreaLeft" fmla="*/ 0 w 6235200"/>
              <a:gd name="textAreaRight" fmla="*/ 6237720 w 623520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11;p1"/>
          <p:cNvSpPr/>
          <p:nvPr/>
        </p:nvSpPr>
        <p:spPr>
          <a:xfrm>
            <a:off x="4043160" y="4943520"/>
            <a:ext cx="4680" cy="484920"/>
          </a:xfrm>
          <a:custGeom>
            <a:avLst/>
            <a:gdLst>
              <a:gd name="textAreaLeft" fmla="*/ 0 w 4680"/>
              <a:gd name="textAreaRight" fmla="*/ 7200 w 4680"/>
              <a:gd name="textAreaTop" fmla="*/ 0 h 484920"/>
              <a:gd name="textAreaBottom" fmla="*/ 487440 h 4849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8;p1"/>
          <p:cNvSpPr/>
          <p:nvPr/>
        </p:nvSpPr>
        <p:spPr>
          <a:xfrm>
            <a:off x="4102200" y="4894560"/>
            <a:ext cx="43876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Google Shape;9;p1"/>
          <p:cNvSpPr/>
          <p:nvPr/>
        </p:nvSpPr>
        <p:spPr>
          <a:xfrm>
            <a:off x="25200" y="462744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10;p1"/>
          <p:cNvSpPr/>
          <p:nvPr/>
        </p:nvSpPr>
        <p:spPr>
          <a:xfrm>
            <a:off x="3857400" y="5322960"/>
            <a:ext cx="6235200" cy="4680"/>
          </a:xfrm>
          <a:custGeom>
            <a:avLst/>
            <a:gdLst>
              <a:gd name="textAreaLeft" fmla="*/ 0 w 6235200"/>
              <a:gd name="textAreaRight" fmla="*/ 6237720 w 623520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11;p1"/>
          <p:cNvSpPr/>
          <p:nvPr/>
        </p:nvSpPr>
        <p:spPr>
          <a:xfrm>
            <a:off x="4043160" y="4943520"/>
            <a:ext cx="4680" cy="484920"/>
          </a:xfrm>
          <a:custGeom>
            <a:avLst/>
            <a:gdLst>
              <a:gd name="textAreaLeft" fmla="*/ 0 w 4680"/>
              <a:gd name="textAreaRight" fmla="*/ 7200 w 4680"/>
              <a:gd name="textAreaTop" fmla="*/ 0 h 484920"/>
              <a:gd name="textAreaBottom" fmla="*/ 487440 h 4849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8;p1"/>
          <p:cNvSpPr/>
          <p:nvPr/>
        </p:nvSpPr>
        <p:spPr>
          <a:xfrm>
            <a:off x="4102200" y="4894560"/>
            <a:ext cx="43876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Google Shape;9;p1"/>
          <p:cNvSpPr/>
          <p:nvPr/>
        </p:nvSpPr>
        <p:spPr>
          <a:xfrm>
            <a:off x="25200" y="462744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10;p1"/>
          <p:cNvSpPr/>
          <p:nvPr/>
        </p:nvSpPr>
        <p:spPr>
          <a:xfrm>
            <a:off x="3857400" y="5322960"/>
            <a:ext cx="6235200" cy="4680"/>
          </a:xfrm>
          <a:custGeom>
            <a:avLst/>
            <a:gdLst>
              <a:gd name="textAreaLeft" fmla="*/ 0 w 6235200"/>
              <a:gd name="textAreaRight" fmla="*/ 6237720 w 623520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11;p1"/>
          <p:cNvSpPr/>
          <p:nvPr/>
        </p:nvSpPr>
        <p:spPr>
          <a:xfrm>
            <a:off x="4043160" y="4943520"/>
            <a:ext cx="4680" cy="484920"/>
          </a:xfrm>
          <a:custGeom>
            <a:avLst/>
            <a:gdLst>
              <a:gd name="textAreaLeft" fmla="*/ 0 w 4680"/>
              <a:gd name="textAreaRight" fmla="*/ 7200 w 4680"/>
              <a:gd name="textAreaTop" fmla="*/ 0 h 484920"/>
              <a:gd name="textAreaBottom" fmla="*/ 487440 h 4849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51490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503280" y="304236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;p1"/>
          <p:cNvSpPr/>
          <p:nvPr/>
        </p:nvSpPr>
        <p:spPr>
          <a:xfrm>
            <a:off x="4102200" y="4894560"/>
            <a:ext cx="43876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Google Shape;9;p1"/>
          <p:cNvSpPr/>
          <p:nvPr/>
        </p:nvSpPr>
        <p:spPr>
          <a:xfrm>
            <a:off x="25200" y="462744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10;p1"/>
          <p:cNvSpPr/>
          <p:nvPr/>
        </p:nvSpPr>
        <p:spPr>
          <a:xfrm>
            <a:off x="3857400" y="5322960"/>
            <a:ext cx="6235200" cy="4680"/>
          </a:xfrm>
          <a:custGeom>
            <a:avLst/>
            <a:gdLst>
              <a:gd name="textAreaLeft" fmla="*/ 0 w 6235200"/>
              <a:gd name="textAreaRight" fmla="*/ 6237720 w 623520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Google Shape;11;p1"/>
          <p:cNvSpPr/>
          <p:nvPr/>
        </p:nvSpPr>
        <p:spPr>
          <a:xfrm>
            <a:off x="4043160" y="4943520"/>
            <a:ext cx="4680" cy="484920"/>
          </a:xfrm>
          <a:custGeom>
            <a:avLst/>
            <a:gdLst>
              <a:gd name="textAreaLeft" fmla="*/ 0 w 4680"/>
              <a:gd name="textAreaRight" fmla="*/ 7200 w 4680"/>
              <a:gd name="textAreaTop" fmla="*/ 0 h 484920"/>
              <a:gd name="textAreaBottom" fmla="*/ 487440 h 4849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51490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5149080" y="304236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8;p1"/>
          <p:cNvSpPr/>
          <p:nvPr/>
        </p:nvSpPr>
        <p:spPr>
          <a:xfrm>
            <a:off x="4102200" y="4894560"/>
            <a:ext cx="43876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Google Shape;9;p1"/>
          <p:cNvSpPr/>
          <p:nvPr/>
        </p:nvSpPr>
        <p:spPr>
          <a:xfrm>
            <a:off x="25200" y="462744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10;p1"/>
          <p:cNvSpPr/>
          <p:nvPr/>
        </p:nvSpPr>
        <p:spPr>
          <a:xfrm>
            <a:off x="3857400" y="5322960"/>
            <a:ext cx="6235200" cy="4680"/>
          </a:xfrm>
          <a:custGeom>
            <a:avLst/>
            <a:gdLst>
              <a:gd name="textAreaLeft" fmla="*/ 0 w 6235200"/>
              <a:gd name="textAreaRight" fmla="*/ 6237720 w 623520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11;p1"/>
          <p:cNvSpPr/>
          <p:nvPr/>
        </p:nvSpPr>
        <p:spPr>
          <a:xfrm>
            <a:off x="4043160" y="4943520"/>
            <a:ext cx="4680" cy="484920"/>
          </a:xfrm>
          <a:custGeom>
            <a:avLst/>
            <a:gdLst>
              <a:gd name="textAreaLeft" fmla="*/ 0 w 4680"/>
              <a:gd name="textAreaRight" fmla="*/ 7200 w 4680"/>
              <a:gd name="textAreaTop" fmla="*/ 0 h 484920"/>
              <a:gd name="textAreaBottom" fmla="*/ 487440 h 4849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1490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503280" y="304236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66;p14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Google Shape;67;p14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68;p14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Google Shape;69;p14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70;p14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55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66;p14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67;p14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68;p14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Google Shape;69;p14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70;p14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55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66;p14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oogle Shape;67;p14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Google Shape;68;p14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Google Shape;69;p14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Google Shape;70;p14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503280" y="304236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66;p14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Google Shape;67;p14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68;p14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Google Shape;69;p14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Google Shape;70;p14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51490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503280" y="304236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body"/>
          </p:nvPr>
        </p:nvSpPr>
        <p:spPr>
          <a:xfrm>
            <a:off x="5149080" y="304236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66;p14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67;p14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68;p14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Google Shape;69;p14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Google Shape;70;p14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66;p14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oogle Shape;67;p14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Google Shape;68;p14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Google Shape;69;p14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Google Shape;70;p14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66;p14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oogle Shape;67;p14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68;p14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Google Shape;69;p14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70;p14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55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66;p14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Google Shape;67;p14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Google Shape;68;p14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Google Shape;69;p14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Google Shape;70;p14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51490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66;p14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Google Shape;67;p14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68;p14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Google Shape;69;p14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Google Shape;70;p14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66;p14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Google Shape;67;p14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Google Shape;68;p14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Google Shape;69;p14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Google Shape;70;p14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66;p14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Google Shape;67;p14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Google Shape;68;p14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Google Shape;69;p14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70;p14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51490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body"/>
          </p:nvPr>
        </p:nvSpPr>
        <p:spPr>
          <a:xfrm>
            <a:off x="503280" y="304236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66;p14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Google Shape;67;p14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Google Shape;68;p14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Google Shape;69;p14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Google Shape;70;p14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body"/>
          </p:nvPr>
        </p:nvSpPr>
        <p:spPr>
          <a:xfrm>
            <a:off x="51490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 type="body"/>
          </p:nvPr>
        </p:nvSpPr>
        <p:spPr>
          <a:xfrm>
            <a:off x="5149080" y="304236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66;p14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Google Shape;67;p14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Google Shape;68;p14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Google Shape;69;p14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Google Shape;70;p14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51490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503280" y="304236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125;p27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Google Shape;126;p27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Google Shape;127;p27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Google Shape;128;p27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Google Shape;129;p27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125;p27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Google Shape;126;p27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Google Shape;127;p27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Google Shape;128;p27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Google Shape;129;p27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503280" y="304236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125;p27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Google Shape;126;p27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Google Shape;127;p27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Google Shape;128;p27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Google Shape;129;p27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body"/>
          </p:nvPr>
        </p:nvSpPr>
        <p:spPr>
          <a:xfrm>
            <a:off x="51490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body"/>
          </p:nvPr>
        </p:nvSpPr>
        <p:spPr>
          <a:xfrm>
            <a:off x="503280" y="304236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 type="body"/>
          </p:nvPr>
        </p:nvSpPr>
        <p:spPr>
          <a:xfrm>
            <a:off x="5149080" y="304236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125;p27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Google Shape;126;p27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Google Shape;127;p27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Google Shape;128;p27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Google Shape;129;p27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125;p27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Google Shape;126;p27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Google Shape;127;p27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Google Shape;128;p27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Google Shape;129;p27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55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125;p27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Google Shape;126;p27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Google Shape;127;p27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Google Shape;128;p27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Google Shape;129;p27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55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125;p27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Google Shape;126;p27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Google Shape;127;p27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Google Shape;128;p27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Google Shape;129;p27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body"/>
          </p:nvPr>
        </p:nvSpPr>
        <p:spPr>
          <a:xfrm>
            <a:off x="51490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125;p27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Google Shape;126;p27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Google Shape;127;p27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Google Shape;128;p27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Google Shape;129;p27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125;p27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Google Shape;126;p27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Google Shape;127;p27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Google Shape;128;p27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Google Shape;129;p27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125;p27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Google Shape;126;p27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Google Shape;127;p27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Google Shape;128;p27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Google Shape;129;p27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body"/>
          </p:nvPr>
        </p:nvSpPr>
        <p:spPr>
          <a:xfrm>
            <a:off x="51490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 type="body"/>
          </p:nvPr>
        </p:nvSpPr>
        <p:spPr>
          <a:xfrm>
            <a:off x="503280" y="304236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125;p27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Google Shape;126;p27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Google Shape;127;p27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Google Shape;128;p27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Google Shape;129;p27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body"/>
          </p:nvPr>
        </p:nvSpPr>
        <p:spPr>
          <a:xfrm>
            <a:off x="51490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PlaceHolder 4"/>
          <p:cNvSpPr>
            <a:spLocks noGrp="1"/>
          </p:cNvSpPr>
          <p:nvPr>
            <p:ph type="body"/>
          </p:nvPr>
        </p:nvSpPr>
        <p:spPr>
          <a:xfrm>
            <a:off x="5149080" y="304236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125;p27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Google Shape;126;p27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Google Shape;127;p27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Google Shape;128;p27"/>
          <p:cNvSpPr/>
          <p:nvPr/>
        </p:nvSpPr>
        <p:spPr>
          <a:xfrm>
            <a:off x="1899720" y="5203440"/>
            <a:ext cx="7459920" cy="4680"/>
          </a:xfrm>
          <a:custGeom>
            <a:avLst/>
            <a:gdLst>
              <a:gd name="textAreaLeft" fmla="*/ 0 w 7459920"/>
              <a:gd name="textAreaRight" fmla="*/ 7462440 w 745992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Google Shape;129;p27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body"/>
          </p:nvPr>
        </p:nvSpPr>
        <p:spPr>
          <a:xfrm>
            <a:off x="51490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 type="body"/>
          </p:nvPr>
        </p:nvSpPr>
        <p:spPr>
          <a:xfrm>
            <a:off x="503280" y="304236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184;p40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Google Shape;185;p40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Google Shape;186;p40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Google Shape;187;p40"/>
          <p:cNvSpPr/>
          <p:nvPr/>
        </p:nvSpPr>
        <p:spPr>
          <a:xfrm>
            <a:off x="5641200" y="519336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Google Shape;188;p40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Google Shape;189;p40"/>
          <p:cNvSpPr/>
          <p:nvPr/>
        </p:nvSpPr>
        <p:spPr>
          <a:xfrm>
            <a:off x="973440" y="519300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Google Shape;190;p40"/>
          <p:cNvSpPr/>
          <p:nvPr/>
        </p:nvSpPr>
        <p:spPr>
          <a:xfrm>
            <a:off x="4587840" y="491256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Google Shape;191;p40"/>
          <p:cNvSpPr/>
          <p:nvPr/>
        </p:nvSpPr>
        <p:spPr>
          <a:xfrm>
            <a:off x="5052960" y="1036440"/>
            <a:ext cx="8280" cy="3697560"/>
          </a:xfrm>
          <a:custGeom>
            <a:avLst/>
            <a:gdLst>
              <a:gd name="textAreaLeft" fmla="*/ 0 w 8280"/>
              <a:gd name="textAreaRight" fmla="*/ 10800 w 8280"/>
              <a:gd name="textAreaTop" fmla="*/ 0 h 3697560"/>
              <a:gd name="textAreaBottom" fmla="*/ 3700080 h 36975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184;p40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Google Shape;185;p40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Google Shape;186;p40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Google Shape;187;p40"/>
          <p:cNvSpPr/>
          <p:nvPr/>
        </p:nvSpPr>
        <p:spPr>
          <a:xfrm>
            <a:off x="5641200" y="519336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Google Shape;188;p40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Google Shape;189;p40"/>
          <p:cNvSpPr/>
          <p:nvPr/>
        </p:nvSpPr>
        <p:spPr>
          <a:xfrm>
            <a:off x="973440" y="519300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Google Shape;190;p40"/>
          <p:cNvSpPr/>
          <p:nvPr/>
        </p:nvSpPr>
        <p:spPr>
          <a:xfrm>
            <a:off x="4587840" y="491256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Google Shape;191;p40"/>
          <p:cNvSpPr/>
          <p:nvPr/>
        </p:nvSpPr>
        <p:spPr>
          <a:xfrm>
            <a:off x="5052960" y="1036440"/>
            <a:ext cx="8280" cy="3697560"/>
          </a:xfrm>
          <a:custGeom>
            <a:avLst/>
            <a:gdLst>
              <a:gd name="textAreaLeft" fmla="*/ 0 w 8280"/>
              <a:gd name="textAreaRight" fmla="*/ 10800 w 8280"/>
              <a:gd name="textAreaTop" fmla="*/ 0 h 3697560"/>
              <a:gd name="textAreaBottom" fmla="*/ 3700080 h 36975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body"/>
          </p:nvPr>
        </p:nvSpPr>
        <p:spPr>
          <a:xfrm>
            <a:off x="503280" y="304236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184;p40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Google Shape;185;p40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Google Shape;186;p40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Google Shape;187;p40"/>
          <p:cNvSpPr/>
          <p:nvPr/>
        </p:nvSpPr>
        <p:spPr>
          <a:xfrm>
            <a:off x="5641200" y="519336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Google Shape;188;p40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Google Shape;189;p40"/>
          <p:cNvSpPr/>
          <p:nvPr/>
        </p:nvSpPr>
        <p:spPr>
          <a:xfrm>
            <a:off x="973440" y="519300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Google Shape;190;p40"/>
          <p:cNvSpPr/>
          <p:nvPr/>
        </p:nvSpPr>
        <p:spPr>
          <a:xfrm>
            <a:off x="4587840" y="491256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Google Shape;191;p40"/>
          <p:cNvSpPr/>
          <p:nvPr/>
        </p:nvSpPr>
        <p:spPr>
          <a:xfrm>
            <a:off x="5052960" y="1036440"/>
            <a:ext cx="8280" cy="3697560"/>
          </a:xfrm>
          <a:custGeom>
            <a:avLst/>
            <a:gdLst>
              <a:gd name="textAreaLeft" fmla="*/ 0 w 8280"/>
              <a:gd name="textAreaRight" fmla="*/ 10800 w 8280"/>
              <a:gd name="textAreaTop" fmla="*/ 0 h 3697560"/>
              <a:gd name="textAreaBottom" fmla="*/ 3700080 h 36975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body"/>
          </p:nvPr>
        </p:nvSpPr>
        <p:spPr>
          <a:xfrm>
            <a:off x="51490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 type="body"/>
          </p:nvPr>
        </p:nvSpPr>
        <p:spPr>
          <a:xfrm>
            <a:off x="503280" y="304236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PlaceHolder 5"/>
          <p:cNvSpPr>
            <a:spLocks noGrp="1"/>
          </p:cNvSpPr>
          <p:nvPr>
            <p:ph type="body"/>
          </p:nvPr>
        </p:nvSpPr>
        <p:spPr>
          <a:xfrm>
            <a:off x="5149080" y="304236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184;p40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Google Shape;185;p40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Google Shape;186;p40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Google Shape;187;p40"/>
          <p:cNvSpPr/>
          <p:nvPr/>
        </p:nvSpPr>
        <p:spPr>
          <a:xfrm>
            <a:off x="5641200" y="519336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Google Shape;188;p40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Google Shape;189;p40"/>
          <p:cNvSpPr/>
          <p:nvPr/>
        </p:nvSpPr>
        <p:spPr>
          <a:xfrm>
            <a:off x="973440" y="519300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Google Shape;190;p40"/>
          <p:cNvSpPr/>
          <p:nvPr/>
        </p:nvSpPr>
        <p:spPr>
          <a:xfrm>
            <a:off x="4587840" y="491256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Google Shape;191;p40"/>
          <p:cNvSpPr/>
          <p:nvPr/>
        </p:nvSpPr>
        <p:spPr>
          <a:xfrm>
            <a:off x="5052960" y="1036440"/>
            <a:ext cx="8280" cy="3697560"/>
          </a:xfrm>
          <a:custGeom>
            <a:avLst/>
            <a:gdLst>
              <a:gd name="textAreaLeft" fmla="*/ 0 w 8280"/>
              <a:gd name="textAreaRight" fmla="*/ 10800 w 8280"/>
              <a:gd name="textAreaTop" fmla="*/ 0 h 3697560"/>
              <a:gd name="textAreaBottom" fmla="*/ 3700080 h 36975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184;p40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Google Shape;185;p40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Google Shape;186;p40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Google Shape;187;p40"/>
          <p:cNvSpPr/>
          <p:nvPr/>
        </p:nvSpPr>
        <p:spPr>
          <a:xfrm>
            <a:off x="5641200" y="519336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Google Shape;188;p40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Google Shape;189;p40"/>
          <p:cNvSpPr/>
          <p:nvPr/>
        </p:nvSpPr>
        <p:spPr>
          <a:xfrm>
            <a:off x="973440" y="519300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Google Shape;190;p40"/>
          <p:cNvSpPr/>
          <p:nvPr/>
        </p:nvSpPr>
        <p:spPr>
          <a:xfrm>
            <a:off x="4587840" y="491256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Google Shape;191;p40"/>
          <p:cNvSpPr/>
          <p:nvPr/>
        </p:nvSpPr>
        <p:spPr>
          <a:xfrm>
            <a:off x="5052960" y="1036440"/>
            <a:ext cx="8280" cy="3697560"/>
          </a:xfrm>
          <a:custGeom>
            <a:avLst/>
            <a:gdLst>
              <a:gd name="textAreaLeft" fmla="*/ 0 w 8280"/>
              <a:gd name="textAreaRight" fmla="*/ 10800 w 8280"/>
              <a:gd name="textAreaTop" fmla="*/ 0 h 3697560"/>
              <a:gd name="textAreaBottom" fmla="*/ 3700080 h 36975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55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184;p40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Google Shape;185;p40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Google Shape;186;p40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Google Shape;187;p40"/>
          <p:cNvSpPr/>
          <p:nvPr/>
        </p:nvSpPr>
        <p:spPr>
          <a:xfrm>
            <a:off x="5641200" y="519336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Google Shape;188;p40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Google Shape;189;p40"/>
          <p:cNvSpPr/>
          <p:nvPr/>
        </p:nvSpPr>
        <p:spPr>
          <a:xfrm>
            <a:off x="973440" y="519300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Google Shape;190;p40"/>
          <p:cNvSpPr/>
          <p:nvPr/>
        </p:nvSpPr>
        <p:spPr>
          <a:xfrm>
            <a:off x="4587840" y="491256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Google Shape;191;p40"/>
          <p:cNvSpPr/>
          <p:nvPr/>
        </p:nvSpPr>
        <p:spPr>
          <a:xfrm>
            <a:off x="5052960" y="1036440"/>
            <a:ext cx="8280" cy="3697560"/>
          </a:xfrm>
          <a:custGeom>
            <a:avLst/>
            <a:gdLst>
              <a:gd name="textAreaLeft" fmla="*/ 0 w 8280"/>
              <a:gd name="textAreaRight" fmla="*/ 10800 w 8280"/>
              <a:gd name="textAreaTop" fmla="*/ 0 h 3697560"/>
              <a:gd name="textAreaBottom" fmla="*/ 3700080 h 36975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552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184;p40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Google Shape;185;p40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Google Shape;186;p40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Google Shape;187;p40"/>
          <p:cNvSpPr/>
          <p:nvPr/>
        </p:nvSpPr>
        <p:spPr>
          <a:xfrm>
            <a:off x="5641200" y="519336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Google Shape;188;p40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Google Shape;189;p40"/>
          <p:cNvSpPr/>
          <p:nvPr/>
        </p:nvSpPr>
        <p:spPr>
          <a:xfrm>
            <a:off x="973440" y="519300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Google Shape;190;p40"/>
          <p:cNvSpPr/>
          <p:nvPr/>
        </p:nvSpPr>
        <p:spPr>
          <a:xfrm>
            <a:off x="4587840" y="491256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Google Shape;191;p40"/>
          <p:cNvSpPr/>
          <p:nvPr/>
        </p:nvSpPr>
        <p:spPr>
          <a:xfrm>
            <a:off x="5052960" y="1036440"/>
            <a:ext cx="8280" cy="3697560"/>
          </a:xfrm>
          <a:custGeom>
            <a:avLst/>
            <a:gdLst>
              <a:gd name="textAreaLeft" fmla="*/ 0 w 8280"/>
              <a:gd name="textAreaRight" fmla="*/ 10800 w 8280"/>
              <a:gd name="textAreaTop" fmla="*/ 0 h 3697560"/>
              <a:gd name="textAreaBottom" fmla="*/ 3700080 h 36975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body"/>
          </p:nvPr>
        </p:nvSpPr>
        <p:spPr>
          <a:xfrm>
            <a:off x="51490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184;p40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Google Shape;185;p40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Google Shape;186;p40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Google Shape;187;p40"/>
          <p:cNvSpPr/>
          <p:nvPr/>
        </p:nvSpPr>
        <p:spPr>
          <a:xfrm>
            <a:off x="5641200" y="519336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Google Shape;188;p40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Google Shape;189;p40"/>
          <p:cNvSpPr/>
          <p:nvPr/>
        </p:nvSpPr>
        <p:spPr>
          <a:xfrm>
            <a:off x="973440" y="519300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Google Shape;190;p40"/>
          <p:cNvSpPr/>
          <p:nvPr/>
        </p:nvSpPr>
        <p:spPr>
          <a:xfrm>
            <a:off x="4587840" y="491256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Google Shape;191;p40"/>
          <p:cNvSpPr/>
          <p:nvPr/>
        </p:nvSpPr>
        <p:spPr>
          <a:xfrm>
            <a:off x="5052960" y="1036440"/>
            <a:ext cx="8280" cy="3697560"/>
          </a:xfrm>
          <a:custGeom>
            <a:avLst/>
            <a:gdLst>
              <a:gd name="textAreaLeft" fmla="*/ 0 w 8280"/>
              <a:gd name="textAreaRight" fmla="*/ 10800 w 8280"/>
              <a:gd name="textAreaTop" fmla="*/ 0 h 3697560"/>
              <a:gd name="textAreaBottom" fmla="*/ 3700080 h 36975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184;p40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Google Shape;185;p40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Google Shape;186;p40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Google Shape;187;p40"/>
          <p:cNvSpPr/>
          <p:nvPr/>
        </p:nvSpPr>
        <p:spPr>
          <a:xfrm>
            <a:off x="5641200" y="519336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Google Shape;188;p40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Google Shape;189;p40"/>
          <p:cNvSpPr/>
          <p:nvPr/>
        </p:nvSpPr>
        <p:spPr>
          <a:xfrm>
            <a:off x="973440" y="519300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Google Shape;190;p40"/>
          <p:cNvSpPr/>
          <p:nvPr/>
        </p:nvSpPr>
        <p:spPr>
          <a:xfrm>
            <a:off x="4587840" y="491256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Google Shape;191;p40"/>
          <p:cNvSpPr/>
          <p:nvPr/>
        </p:nvSpPr>
        <p:spPr>
          <a:xfrm>
            <a:off x="5052960" y="1036440"/>
            <a:ext cx="8280" cy="3697560"/>
          </a:xfrm>
          <a:custGeom>
            <a:avLst/>
            <a:gdLst>
              <a:gd name="textAreaLeft" fmla="*/ 0 w 8280"/>
              <a:gd name="textAreaRight" fmla="*/ 10800 w 8280"/>
              <a:gd name="textAreaTop" fmla="*/ 0 h 3697560"/>
              <a:gd name="textAreaBottom" fmla="*/ 3700080 h 36975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184;p40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Google Shape;185;p40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Google Shape;186;p40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Google Shape;187;p40"/>
          <p:cNvSpPr/>
          <p:nvPr/>
        </p:nvSpPr>
        <p:spPr>
          <a:xfrm>
            <a:off x="5641200" y="519336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Google Shape;188;p40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Google Shape;189;p40"/>
          <p:cNvSpPr/>
          <p:nvPr/>
        </p:nvSpPr>
        <p:spPr>
          <a:xfrm>
            <a:off x="973440" y="519300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Google Shape;190;p40"/>
          <p:cNvSpPr/>
          <p:nvPr/>
        </p:nvSpPr>
        <p:spPr>
          <a:xfrm>
            <a:off x="4587840" y="491256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Google Shape;191;p40"/>
          <p:cNvSpPr/>
          <p:nvPr/>
        </p:nvSpPr>
        <p:spPr>
          <a:xfrm>
            <a:off x="5052960" y="1036440"/>
            <a:ext cx="8280" cy="3697560"/>
          </a:xfrm>
          <a:custGeom>
            <a:avLst/>
            <a:gdLst>
              <a:gd name="textAreaLeft" fmla="*/ 0 w 8280"/>
              <a:gd name="textAreaRight" fmla="*/ 10800 w 8280"/>
              <a:gd name="textAreaTop" fmla="*/ 0 h 3697560"/>
              <a:gd name="textAreaBottom" fmla="*/ 3700080 h 36975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body"/>
          </p:nvPr>
        </p:nvSpPr>
        <p:spPr>
          <a:xfrm>
            <a:off x="51490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PlaceHolder 4"/>
          <p:cNvSpPr>
            <a:spLocks noGrp="1"/>
          </p:cNvSpPr>
          <p:nvPr>
            <p:ph type="body"/>
          </p:nvPr>
        </p:nvSpPr>
        <p:spPr>
          <a:xfrm>
            <a:off x="503280" y="304236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184;p40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Google Shape;185;p40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Google Shape;186;p40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Google Shape;187;p40"/>
          <p:cNvSpPr/>
          <p:nvPr/>
        </p:nvSpPr>
        <p:spPr>
          <a:xfrm>
            <a:off x="5641200" y="519336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Google Shape;188;p40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Google Shape;189;p40"/>
          <p:cNvSpPr/>
          <p:nvPr/>
        </p:nvSpPr>
        <p:spPr>
          <a:xfrm>
            <a:off x="973440" y="519300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Google Shape;190;p40"/>
          <p:cNvSpPr/>
          <p:nvPr/>
        </p:nvSpPr>
        <p:spPr>
          <a:xfrm>
            <a:off x="4587840" y="491256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Google Shape;191;p40"/>
          <p:cNvSpPr/>
          <p:nvPr/>
        </p:nvSpPr>
        <p:spPr>
          <a:xfrm>
            <a:off x="5052960" y="1036440"/>
            <a:ext cx="8280" cy="3697560"/>
          </a:xfrm>
          <a:custGeom>
            <a:avLst/>
            <a:gdLst>
              <a:gd name="textAreaLeft" fmla="*/ 0 w 8280"/>
              <a:gd name="textAreaRight" fmla="*/ 10800 w 8280"/>
              <a:gd name="textAreaTop" fmla="*/ 0 h 3697560"/>
              <a:gd name="textAreaBottom" fmla="*/ 3700080 h 36975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680" cy="328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body"/>
          </p:nvPr>
        </p:nvSpPr>
        <p:spPr>
          <a:xfrm>
            <a:off x="51490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PlaceHolder 4"/>
          <p:cNvSpPr>
            <a:spLocks noGrp="1"/>
          </p:cNvSpPr>
          <p:nvPr>
            <p:ph type="body"/>
          </p:nvPr>
        </p:nvSpPr>
        <p:spPr>
          <a:xfrm>
            <a:off x="5149080" y="304236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184;p40"/>
          <p:cNvSpPr/>
          <p:nvPr/>
        </p:nvSpPr>
        <p:spPr>
          <a:xfrm>
            <a:off x="20160" y="606600"/>
            <a:ext cx="6115320" cy="15480"/>
          </a:xfrm>
          <a:custGeom>
            <a:avLst/>
            <a:gdLst>
              <a:gd name="textAreaLeft" fmla="*/ 0 w 6115320"/>
              <a:gd name="textAreaRight" fmla="*/ 6117840 w 6115320"/>
              <a:gd name="textAreaTop" fmla="*/ 0 h 15480"/>
              <a:gd name="textAreaBottom" fmla="*/ 18000 h 154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Google Shape;185;p40"/>
          <p:cNvSpPr/>
          <p:nvPr/>
        </p:nvSpPr>
        <p:spPr>
          <a:xfrm>
            <a:off x="4428720" y="840240"/>
            <a:ext cx="5669280" cy="4680"/>
          </a:xfrm>
          <a:custGeom>
            <a:avLst/>
            <a:gdLst>
              <a:gd name="textAreaLeft" fmla="*/ 0 w 5669280"/>
              <a:gd name="textAreaRight" fmla="*/ 5671800 w 56692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Google Shape;186;p40"/>
          <p:cNvSpPr/>
          <p:nvPr/>
        </p:nvSpPr>
        <p:spPr>
          <a:xfrm>
            <a:off x="9815760" y="473760"/>
            <a:ext cx="4680" cy="490680"/>
          </a:xfrm>
          <a:custGeom>
            <a:avLst/>
            <a:gdLst>
              <a:gd name="textAreaLeft" fmla="*/ 0 w 4680"/>
              <a:gd name="textAreaRight" fmla="*/ 7200 w 4680"/>
              <a:gd name="textAreaTop" fmla="*/ 0 h 490680"/>
              <a:gd name="textAreaBottom" fmla="*/ 493200 h 4906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Google Shape;187;p40"/>
          <p:cNvSpPr/>
          <p:nvPr/>
        </p:nvSpPr>
        <p:spPr>
          <a:xfrm>
            <a:off x="5641200" y="519336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Google Shape;188;p40"/>
          <p:cNvSpPr/>
          <p:nvPr/>
        </p:nvSpPr>
        <p:spPr>
          <a:xfrm>
            <a:off x="9255960" y="491580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Google Shape;189;p40"/>
          <p:cNvSpPr/>
          <p:nvPr/>
        </p:nvSpPr>
        <p:spPr>
          <a:xfrm>
            <a:off x="973440" y="5193000"/>
            <a:ext cx="3718080" cy="4680"/>
          </a:xfrm>
          <a:custGeom>
            <a:avLst/>
            <a:gdLst>
              <a:gd name="textAreaLeft" fmla="*/ 0 w 3718080"/>
              <a:gd name="textAreaRight" fmla="*/ 3720600 w 3718080"/>
              <a:gd name="textAreaTop" fmla="*/ 0 h 4680"/>
              <a:gd name="textAreaBottom" fmla="*/ 7200 h 46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Google Shape;190;p40"/>
          <p:cNvSpPr/>
          <p:nvPr/>
        </p:nvSpPr>
        <p:spPr>
          <a:xfrm>
            <a:off x="4587840" y="4912560"/>
            <a:ext cx="4680" cy="347040"/>
          </a:xfrm>
          <a:custGeom>
            <a:avLst/>
            <a:gdLst>
              <a:gd name="textAreaLeft" fmla="*/ 0 w 4680"/>
              <a:gd name="textAreaRight" fmla="*/ 7200 w 4680"/>
              <a:gd name="textAreaTop" fmla="*/ 0 h 347040"/>
              <a:gd name="textAreaBottom" fmla="*/ 349560 h 3470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Google Shape;191;p40"/>
          <p:cNvSpPr/>
          <p:nvPr/>
        </p:nvSpPr>
        <p:spPr>
          <a:xfrm>
            <a:off x="5052960" y="1036440"/>
            <a:ext cx="8280" cy="3697560"/>
          </a:xfrm>
          <a:custGeom>
            <a:avLst/>
            <a:gdLst>
              <a:gd name="textAreaLeft" fmla="*/ 0 w 8280"/>
              <a:gd name="textAreaRight" fmla="*/ 10800 w 8280"/>
              <a:gd name="textAreaTop" fmla="*/ 0 h 3697560"/>
              <a:gd name="textAreaBottom" fmla="*/ 3700080 h 36975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body"/>
          </p:nvPr>
        </p:nvSpPr>
        <p:spPr>
          <a:xfrm>
            <a:off x="5149080" y="1325880"/>
            <a:ext cx="442368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PlaceHolder 4"/>
          <p:cNvSpPr>
            <a:spLocks noGrp="1"/>
          </p:cNvSpPr>
          <p:nvPr>
            <p:ph type="body"/>
          </p:nvPr>
        </p:nvSpPr>
        <p:spPr>
          <a:xfrm>
            <a:off x="503280" y="3042360"/>
            <a:ext cx="9065520" cy="1566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244;p53"/>
          <p:cNvSpPr/>
          <p:nvPr/>
        </p:nvSpPr>
        <p:spPr>
          <a:xfrm>
            <a:off x="227880" y="1599480"/>
            <a:ext cx="8993880" cy="65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Switching Circuit &amp; Logic Design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Google Shape;245;p53"/>
          <p:cNvSpPr/>
          <p:nvPr/>
        </p:nvSpPr>
        <p:spPr>
          <a:xfrm>
            <a:off x="2422080" y="3198960"/>
            <a:ext cx="500184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Lecture 16 : Combinational Circuit  - Decoders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Gray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Code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00" name=""/>
          <p:cNvGraphicFramePr/>
          <p:nvPr/>
        </p:nvGraphicFramePr>
        <p:xfrm>
          <a:off x="497520" y="2092680"/>
          <a:ext cx="410760" cy="695520"/>
        </p:xfrm>
        <a:graphic>
          <a:graphicData uri="http://schemas.openxmlformats.org/drawingml/2006/table">
            <a:tbl>
              <a:tblPr/>
              <a:tblGrid>
                <a:gridCol w="411120"/>
              </a:tblGrid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Gray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Code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02" name=""/>
          <p:cNvGraphicFramePr/>
          <p:nvPr/>
        </p:nvGraphicFramePr>
        <p:xfrm>
          <a:off x="497520" y="2092680"/>
          <a:ext cx="410760" cy="695520"/>
        </p:xfrm>
        <a:graphic>
          <a:graphicData uri="http://schemas.openxmlformats.org/drawingml/2006/table">
            <a:tbl>
              <a:tblPr/>
              <a:tblGrid>
                <a:gridCol w="411120"/>
              </a:tblGrid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03" name=""/>
          <p:cNvGraphicFramePr/>
          <p:nvPr/>
        </p:nvGraphicFramePr>
        <p:xfrm>
          <a:off x="2646360" y="1783440"/>
          <a:ext cx="925920" cy="1391040"/>
        </p:xfrm>
        <a:graphic>
          <a:graphicData uri="http://schemas.openxmlformats.org/drawingml/2006/table">
            <a:tbl>
              <a:tblPr/>
              <a:tblGrid>
                <a:gridCol w="463320"/>
                <a:gridCol w="462960"/>
              </a:tblGrid>
              <a:tr h="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Gray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Code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05" name=""/>
          <p:cNvGraphicFramePr/>
          <p:nvPr/>
        </p:nvGraphicFramePr>
        <p:xfrm>
          <a:off x="497520" y="2092680"/>
          <a:ext cx="410760" cy="695520"/>
        </p:xfrm>
        <a:graphic>
          <a:graphicData uri="http://schemas.openxmlformats.org/drawingml/2006/table">
            <a:tbl>
              <a:tblPr/>
              <a:tblGrid>
                <a:gridCol w="411120"/>
              </a:tblGrid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06" name=""/>
          <p:cNvGraphicFramePr/>
          <p:nvPr/>
        </p:nvGraphicFramePr>
        <p:xfrm>
          <a:off x="2646360" y="1783440"/>
          <a:ext cx="925920" cy="1391040"/>
        </p:xfrm>
        <a:graphic>
          <a:graphicData uri="http://schemas.openxmlformats.org/drawingml/2006/table">
            <a:tbl>
              <a:tblPr/>
              <a:tblGrid>
                <a:gridCol w="463320"/>
                <a:gridCol w="462960"/>
              </a:tblGrid>
              <a:tr h="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07" name=""/>
          <p:cNvGraphicFramePr/>
          <p:nvPr/>
        </p:nvGraphicFramePr>
        <p:xfrm>
          <a:off x="5454720" y="1390680"/>
          <a:ext cx="1383120" cy="2782080"/>
        </p:xfrm>
        <a:graphic>
          <a:graphicData uri="http://schemas.openxmlformats.org/drawingml/2006/table">
            <a:tbl>
              <a:tblPr/>
              <a:tblGrid>
                <a:gridCol w="460800"/>
                <a:gridCol w="460800"/>
                <a:gridCol w="461880"/>
              </a:tblGrid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Gray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Code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09" name=""/>
          <p:cNvGraphicFramePr/>
          <p:nvPr/>
        </p:nvGraphicFramePr>
        <p:xfrm>
          <a:off x="497520" y="2092680"/>
          <a:ext cx="410760" cy="695520"/>
        </p:xfrm>
        <a:graphic>
          <a:graphicData uri="http://schemas.openxmlformats.org/drawingml/2006/table">
            <a:tbl>
              <a:tblPr/>
              <a:tblGrid>
                <a:gridCol w="411120"/>
              </a:tblGrid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10" name=""/>
          <p:cNvGraphicFramePr/>
          <p:nvPr/>
        </p:nvGraphicFramePr>
        <p:xfrm>
          <a:off x="2646360" y="1783440"/>
          <a:ext cx="925920" cy="1391040"/>
        </p:xfrm>
        <a:graphic>
          <a:graphicData uri="http://schemas.openxmlformats.org/drawingml/2006/table">
            <a:tbl>
              <a:tblPr/>
              <a:tblGrid>
                <a:gridCol w="463320"/>
                <a:gridCol w="462960"/>
              </a:tblGrid>
              <a:tr h="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11" name=""/>
          <p:cNvGraphicFramePr/>
          <p:nvPr/>
        </p:nvGraphicFramePr>
        <p:xfrm>
          <a:off x="5454720" y="1390680"/>
          <a:ext cx="1383120" cy="2782080"/>
        </p:xfrm>
        <a:graphic>
          <a:graphicData uri="http://schemas.openxmlformats.org/drawingml/2006/table">
            <a:tbl>
              <a:tblPr/>
              <a:tblGrid>
                <a:gridCol w="460800"/>
                <a:gridCol w="460800"/>
                <a:gridCol w="461880"/>
              </a:tblGrid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12" name=""/>
          <p:cNvGraphicFramePr/>
          <p:nvPr/>
        </p:nvGraphicFramePr>
        <p:xfrm>
          <a:off x="8298720" y="202680"/>
          <a:ext cx="1249920" cy="5564160"/>
        </p:xfrm>
        <a:graphic>
          <a:graphicData uri="http://schemas.openxmlformats.org/drawingml/2006/table">
            <a:tbl>
              <a:tblPr/>
              <a:tblGrid>
                <a:gridCol w="312840"/>
                <a:gridCol w="312840"/>
                <a:gridCol w="312840"/>
                <a:gridCol w="311760"/>
              </a:tblGrid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283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title"/>
          </p:nvPr>
        </p:nvSpPr>
        <p:spPr>
          <a:xfrm>
            <a:off x="143280" y="21600"/>
            <a:ext cx="9533520" cy="124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Design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of a 4-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bit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Binary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to Gray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Code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Conver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ter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14" name=""/>
          <p:cNvGraphicFramePr/>
          <p:nvPr/>
        </p:nvGraphicFramePr>
        <p:xfrm>
          <a:off x="126720" y="1310400"/>
          <a:ext cx="3897720" cy="4319640"/>
        </p:xfrm>
        <a:graphic>
          <a:graphicData uri="http://schemas.openxmlformats.org/drawingml/2006/table">
            <a:tbl>
              <a:tblPr/>
              <a:tblGrid>
                <a:gridCol w="487440"/>
                <a:gridCol w="487440"/>
                <a:gridCol w="487440"/>
                <a:gridCol w="487440"/>
                <a:gridCol w="487440"/>
                <a:gridCol w="487440"/>
                <a:gridCol w="487440"/>
                <a:gridCol w="486000"/>
              </a:tblGrid>
              <a:tr h="214200">
                <a:tc gridSpan="4"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4-bit Binary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4"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4-bit Gray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B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G</a:t>
                      </a:r>
                      <a:r>
                        <a:rPr b="0" lang="en-US" sz="1800" spc="-1" strike="noStrike" baseline="-800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42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42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42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42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42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42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42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42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42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42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42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42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42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42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142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15" name=""/>
          <p:cNvSpPr/>
          <p:nvPr/>
        </p:nvSpPr>
        <p:spPr>
          <a:xfrm>
            <a:off x="4800600" y="1828800"/>
            <a:ext cx="9147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G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4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= B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4789800" y="2286000"/>
            <a:ext cx="17622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G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3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= B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4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XOR B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>
            <a:off x="4825800" y="2754000"/>
            <a:ext cx="17622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G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2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= B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3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XOR B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4825800" y="3186000"/>
            <a:ext cx="17622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G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1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= B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2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XOR B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7315200" y="1828800"/>
            <a:ext cx="9162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4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= G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7309800" y="2286000"/>
            <a:ext cx="17895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3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= G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4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XOR G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1" name=""/>
          <p:cNvSpPr/>
          <p:nvPr/>
        </p:nvSpPr>
        <p:spPr>
          <a:xfrm>
            <a:off x="7345800" y="2754000"/>
            <a:ext cx="1763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2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= B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3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XOR G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"/>
          <p:cNvSpPr/>
          <p:nvPr/>
        </p:nvSpPr>
        <p:spPr>
          <a:xfrm>
            <a:off x="7345800" y="3186000"/>
            <a:ext cx="1763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1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= B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2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 XOR G</a:t>
            </a:r>
            <a:r>
              <a:rPr b="0" lang="en-US" sz="1800" spc="-1" strike="noStrike" baseline="-8000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Decod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er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4" name=""/>
          <p:cNvSpPr/>
          <p:nvPr/>
        </p:nvSpPr>
        <p:spPr>
          <a:xfrm>
            <a:off x="3886200" y="1828800"/>
            <a:ext cx="1828440" cy="25142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3 x 8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Decoder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>
            <a:off x="3200400" y="20574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3200760" y="24174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3200760" y="27774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5720760" y="20574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5721120" y="22734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5721480" y="24894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5721120" y="27054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5721480" y="29214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5721840" y="31374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5721120" y="33534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5721480" y="35694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2790000" y="1841400"/>
            <a:ext cx="332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2790360" y="2237400"/>
            <a:ext cx="332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B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2790360" y="2597400"/>
            <a:ext cx="344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>
            <a:off x="6390360" y="1841400"/>
            <a:ext cx="306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0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>
            <a:off x="6390720" y="2093400"/>
            <a:ext cx="306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6390720" y="2309400"/>
            <a:ext cx="306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2" name=""/>
          <p:cNvSpPr/>
          <p:nvPr/>
        </p:nvSpPr>
        <p:spPr>
          <a:xfrm>
            <a:off x="6391080" y="2527200"/>
            <a:ext cx="306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"/>
          <p:cNvSpPr/>
          <p:nvPr/>
        </p:nvSpPr>
        <p:spPr>
          <a:xfrm>
            <a:off x="6391440" y="2748240"/>
            <a:ext cx="306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4" name=""/>
          <p:cNvSpPr/>
          <p:nvPr/>
        </p:nvSpPr>
        <p:spPr>
          <a:xfrm>
            <a:off x="6391800" y="2957400"/>
            <a:ext cx="306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5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6392160" y="3173400"/>
            <a:ext cx="306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6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6" name=""/>
          <p:cNvSpPr/>
          <p:nvPr/>
        </p:nvSpPr>
        <p:spPr>
          <a:xfrm>
            <a:off x="6392520" y="3389400"/>
            <a:ext cx="3067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7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>
            <a:off x="3201120" y="41814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>
            <a:off x="2358720" y="4001400"/>
            <a:ext cx="8920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Enable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Two 3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 8 →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4 x 16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>
            <a:off x="1938600" y="1371600"/>
            <a:ext cx="914040" cy="1142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3 x 8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Decoder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>
            <a:off x="1938600" y="2919600"/>
            <a:ext cx="914040" cy="1142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3 x 8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Decoder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>
            <a:off x="2853000" y="1443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3" name=""/>
          <p:cNvSpPr/>
          <p:nvPr/>
        </p:nvSpPr>
        <p:spPr>
          <a:xfrm>
            <a:off x="2853360" y="1587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4" name=""/>
          <p:cNvSpPr/>
          <p:nvPr/>
        </p:nvSpPr>
        <p:spPr>
          <a:xfrm>
            <a:off x="2853000" y="1731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5" name=""/>
          <p:cNvSpPr/>
          <p:nvPr/>
        </p:nvSpPr>
        <p:spPr>
          <a:xfrm>
            <a:off x="2853360" y="1875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2853000" y="2019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"/>
          <p:cNvSpPr/>
          <p:nvPr/>
        </p:nvSpPr>
        <p:spPr>
          <a:xfrm>
            <a:off x="2853360" y="2163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>
            <a:off x="2853000" y="2307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2853360" y="2451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>
            <a:off x="2853000" y="2991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2853360" y="3135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2853000" y="3279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>
            <a:off x="2853360" y="3423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4" name=""/>
          <p:cNvSpPr/>
          <p:nvPr/>
        </p:nvSpPr>
        <p:spPr>
          <a:xfrm>
            <a:off x="2853000" y="3567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"/>
          <p:cNvSpPr/>
          <p:nvPr/>
        </p:nvSpPr>
        <p:spPr>
          <a:xfrm>
            <a:off x="2853360" y="3711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"/>
          <p:cNvSpPr/>
          <p:nvPr/>
        </p:nvSpPr>
        <p:spPr>
          <a:xfrm>
            <a:off x="2853000" y="3855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2853360" y="3999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"/>
          <p:cNvSpPr/>
          <p:nvPr/>
        </p:nvSpPr>
        <p:spPr>
          <a:xfrm>
            <a:off x="1233000" y="1443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>
            <a:off x="1233360" y="1587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0" name=""/>
          <p:cNvSpPr/>
          <p:nvPr/>
        </p:nvSpPr>
        <p:spPr>
          <a:xfrm>
            <a:off x="1233000" y="1731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"/>
          <p:cNvSpPr/>
          <p:nvPr/>
        </p:nvSpPr>
        <p:spPr>
          <a:xfrm>
            <a:off x="1233000" y="3027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2" name=""/>
          <p:cNvSpPr/>
          <p:nvPr/>
        </p:nvSpPr>
        <p:spPr>
          <a:xfrm>
            <a:off x="1233360" y="3171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1233000" y="3315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"/>
          <p:cNvSpPr/>
          <p:nvPr/>
        </p:nvSpPr>
        <p:spPr>
          <a:xfrm>
            <a:off x="1233720" y="2451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5" name=""/>
          <p:cNvSpPr/>
          <p:nvPr/>
        </p:nvSpPr>
        <p:spPr>
          <a:xfrm>
            <a:off x="1234080" y="3963600"/>
            <a:ext cx="685800" cy="360"/>
          </a:xfrm>
          <a:prstGeom prst="line">
            <a:avLst/>
          </a:prstGeom>
          <a:ln w="7308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3520" cy="64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BCD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7-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segme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nt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Display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2025-10-15T09:31:01Z</dcterms:modified>
  <cp:revision>15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