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1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7.xml" ContentType="application/vnd.openxmlformats-officedocument.theme+xml"/>
  <Override PartName="/ppt/theme/theme10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46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</p:sldMasterIdLst>
  <p:sldIdLst>
    <p:sldId id="256" r:id="rId51"/>
    <p:sldId id="257" r:id="rId52"/>
    <p:sldId id="258" r:id="rId53"/>
    <p:sldId id="259" r:id="rId54"/>
    <p:sldId id="260" r:id="rId55"/>
    <p:sldId id="261" r:id="rId56"/>
    <p:sldId id="262" r:id="rId57"/>
    <p:sldId id="263" r:id="rId58"/>
  </p:sldIdLst>
  <p:sldSz cx="10077450" cy="566896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" Target="slides/slide1.xml"/><Relationship Id="rId52" Type="http://schemas.openxmlformats.org/officeDocument/2006/relationships/slide" Target="slides/slide2.xml"/><Relationship Id="rId53" Type="http://schemas.openxmlformats.org/officeDocument/2006/relationships/slide" Target="slides/slide3.xml"/><Relationship Id="rId54" Type="http://schemas.openxmlformats.org/officeDocument/2006/relationships/slide" Target="slides/slide4.xml"/><Relationship Id="rId55" Type="http://schemas.openxmlformats.org/officeDocument/2006/relationships/slide" Target="slides/slide5.xml"/><Relationship Id="rId56" Type="http://schemas.openxmlformats.org/officeDocument/2006/relationships/slide" Target="slides/slide6.xml"/><Relationship Id="rId57" Type="http://schemas.openxmlformats.org/officeDocument/2006/relationships/slide" Target="slides/slide7.xml"/><Relationship Id="rId58" Type="http://schemas.openxmlformats.org/officeDocument/2006/relationships/slide" Target="slides/slide8.xml"/><Relationship Id="rId5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6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03280" y="3042720"/>
            <a:ext cx="9066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149440" y="304272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5149440" y="304272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9066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6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503280" y="3042720"/>
            <a:ext cx="9066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/>
          </p:nvPr>
        </p:nvSpPr>
        <p:spPr>
          <a:xfrm>
            <a:off x="5149440" y="304272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5149440" y="304272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9066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6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03280" y="3042720"/>
            <a:ext cx="9066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/>
          </p:nvPr>
        </p:nvSpPr>
        <p:spPr>
          <a:xfrm>
            <a:off x="5149440" y="304272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/>
          </p:nvPr>
        </p:nvSpPr>
        <p:spPr>
          <a:xfrm>
            <a:off x="5149440" y="304272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9066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6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/>
          </p:nvPr>
        </p:nvSpPr>
        <p:spPr>
          <a:xfrm>
            <a:off x="503280" y="3042720"/>
            <a:ext cx="9066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PlaceHolder 5"/>
          <p:cNvSpPr>
            <a:spLocks noGrp="1"/>
          </p:cNvSpPr>
          <p:nvPr>
            <p:ph/>
          </p:nvPr>
        </p:nvSpPr>
        <p:spPr>
          <a:xfrm>
            <a:off x="5149440" y="304272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/>
          </p:nvPr>
        </p:nvSpPr>
        <p:spPr>
          <a:xfrm>
            <a:off x="5149440" y="304272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/>
          </p:nvPr>
        </p:nvSpPr>
        <p:spPr>
          <a:xfrm>
            <a:off x="514944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90666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8;p1"/>
          <p:cNvSpPr/>
          <p:nvPr/>
        </p:nvSpPr>
        <p:spPr>
          <a:xfrm>
            <a:off x="4102200" y="4894560"/>
            <a:ext cx="43887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Google Shape;9;p1"/>
          <p:cNvSpPr/>
          <p:nvPr/>
        </p:nvSpPr>
        <p:spPr>
          <a:xfrm>
            <a:off x="25200" y="462744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Google Shape;10;p1"/>
          <p:cNvSpPr/>
          <p:nvPr/>
        </p:nvSpPr>
        <p:spPr>
          <a:xfrm>
            <a:off x="3857400" y="5322960"/>
            <a:ext cx="6236280" cy="5760"/>
          </a:xfrm>
          <a:custGeom>
            <a:avLst/>
            <a:gdLst>
              <a:gd name="textAreaLeft" fmla="*/ 0 w 6236280"/>
              <a:gd name="textAreaRight" fmla="*/ 6237720 w 623628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Google Shape;11;p1"/>
          <p:cNvSpPr/>
          <p:nvPr/>
        </p:nvSpPr>
        <p:spPr>
          <a:xfrm>
            <a:off x="4043160" y="4943520"/>
            <a:ext cx="5760" cy="486000"/>
          </a:xfrm>
          <a:custGeom>
            <a:avLst/>
            <a:gdLst>
              <a:gd name="textAreaLeft" fmla="*/ 0 w 5760"/>
              <a:gd name="textAreaRight" fmla="*/ 7200 w 5760"/>
              <a:gd name="textAreaTop" fmla="*/ 0 h 486000"/>
              <a:gd name="textAreaBottom" fmla="*/ 487440 h 4860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ic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k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di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r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m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"/>
          <p:cNvSpPr/>
          <p:nvPr/>
        </p:nvSpPr>
        <p:spPr>
          <a:xfrm>
            <a:off x="4102200" y="4894560"/>
            <a:ext cx="43887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200" y="462744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3857400" y="5322960"/>
            <a:ext cx="6236280" cy="5760"/>
          </a:xfrm>
          <a:custGeom>
            <a:avLst/>
            <a:gdLst>
              <a:gd name="textAreaLeft" fmla="*/ 0 w 6236280"/>
              <a:gd name="textAreaRight" fmla="*/ 6237720 w 623628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4043160" y="4943520"/>
            <a:ext cx="5760" cy="486000"/>
          </a:xfrm>
          <a:custGeom>
            <a:avLst/>
            <a:gdLst>
              <a:gd name="textAreaLeft" fmla="*/ 0 w 5760"/>
              <a:gd name="textAreaRight" fmla="*/ 7200 w 5760"/>
              <a:gd name="textAreaTop" fmla="*/ 0 h 486000"/>
              <a:gd name="textAreaBottom" fmla="*/ 487440 h 4860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ic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k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r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m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660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03280" y="3042720"/>
            <a:ext cx="906660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;p1"/>
          <p:cNvSpPr/>
          <p:nvPr/>
        </p:nvSpPr>
        <p:spPr>
          <a:xfrm>
            <a:off x="4102200" y="4894560"/>
            <a:ext cx="43887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Google Shape;9;p1"/>
          <p:cNvSpPr/>
          <p:nvPr/>
        </p:nvSpPr>
        <p:spPr>
          <a:xfrm>
            <a:off x="25200" y="462744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10;p1"/>
          <p:cNvSpPr/>
          <p:nvPr/>
        </p:nvSpPr>
        <p:spPr>
          <a:xfrm>
            <a:off x="3857400" y="5322960"/>
            <a:ext cx="6236280" cy="5760"/>
          </a:xfrm>
          <a:custGeom>
            <a:avLst/>
            <a:gdLst>
              <a:gd name="textAreaLeft" fmla="*/ 0 w 6236280"/>
              <a:gd name="textAreaRight" fmla="*/ 6237720 w 623628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Google Shape;11;p1"/>
          <p:cNvSpPr/>
          <p:nvPr/>
        </p:nvSpPr>
        <p:spPr>
          <a:xfrm>
            <a:off x="4043160" y="4943520"/>
            <a:ext cx="5760" cy="486000"/>
          </a:xfrm>
          <a:custGeom>
            <a:avLst/>
            <a:gdLst>
              <a:gd name="textAreaLeft" fmla="*/ 0 w 5760"/>
              <a:gd name="textAreaRight" fmla="*/ 7200 w 5760"/>
              <a:gd name="textAreaTop" fmla="*/ 0 h 486000"/>
              <a:gd name="textAreaBottom" fmla="*/ 487440 h 4860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ic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k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di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r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m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3280" y="304272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5149440" y="304272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8;p1"/>
          <p:cNvSpPr/>
          <p:nvPr/>
        </p:nvSpPr>
        <p:spPr>
          <a:xfrm>
            <a:off x="4102200" y="4894560"/>
            <a:ext cx="43887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Google Shape;9;p1"/>
          <p:cNvSpPr/>
          <p:nvPr/>
        </p:nvSpPr>
        <p:spPr>
          <a:xfrm>
            <a:off x="25200" y="462744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Google Shape;10;p1"/>
          <p:cNvSpPr/>
          <p:nvPr/>
        </p:nvSpPr>
        <p:spPr>
          <a:xfrm>
            <a:off x="3857400" y="5322960"/>
            <a:ext cx="6236280" cy="5760"/>
          </a:xfrm>
          <a:custGeom>
            <a:avLst/>
            <a:gdLst>
              <a:gd name="textAreaLeft" fmla="*/ 0 w 6236280"/>
              <a:gd name="textAreaRight" fmla="*/ 6237720 w 623628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Google Shape;11;p1"/>
          <p:cNvSpPr/>
          <p:nvPr/>
        </p:nvSpPr>
        <p:spPr>
          <a:xfrm>
            <a:off x="4043160" y="4943520"/>
            <a:ext cx="5760" cy="486000"/>
          </a:xfrm>
          <a:custGeom>
            <a:avLst/>
            <a:gdLst>
              <a:gd name="textAreaLeft" fmla="*/ 0 w 5760"/>
              <a:gd name="textAreaRight" fmla="*/ 7200 w 5760"/>
              <a:gd name="textAreaTop" fmla="*/ 0 h 486000"/>
              <a:gd name="textAreaBottom" fmla="*/ 487440 h 4860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8;p1"/>
          <p:cNvSpPr/>
          <p:nvPr/>
        </p:nvSpPr>
        <p:spPr>
          <a:xfrm>
            <a:off x="4102200" y="4894560"/>
            <a:ext cx="43887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Google Shape;9;p1"/>
          <p:cNvSpPr/>
          <p:nvPr/>
        </p:nvSpPr>
        <p:spPr>
          <a:xfrm>
            <a:off x="25200" y="462744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10;p1"/>
          <p:cNvSpPr/>
          <p:nvPr/>
        </p:nvSpPr>
        <p:spPr>
          <a:xfrm>
            <a:off x="3857400" y="5322960"/>
            <a:ext cx="6236280" cy="5760"/>
          </a:xfrm>
          <a:custGeom>
            <a:avLst/>
            <a:gdLst>
              <a:gd name="textAreaLeft" fmla="*/ 0 w 6236280"/>
              <a:gd name="textAreaRight" fmla="*/ 6237720 w 623628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11;p1"/>
          <p:cNvSpPr/>
          <p:nvPr/>
        </p:nvSpPr>
        <p:spPr>
          <a:xfrm>
            <a:off x="4043160" y="4943520"/>
            <a:ext cx="5760" cy="486000"/>
          </a:xfrm>
          <a:custGeom>
            <a:avLst/>
            <a:gdLst>
              <a:gd name="textAreaLeft" fmla="*/ 0 w 5760"/>
              <a:gd name="textAreaRight" fmla="*/ 7200 w 5760"/>
              <a:gd name="textAreaTop" fmla="*/ 0 h 486000"/>
              <a:gd name="textAreaBottom" fmla="*/ 487440 h 4860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8;p1"/>
          <p:cNvSpPr/>
          <p:nvPr/>
        </p:nvSpPr>
        <p:spPr>
          <a:xfrm>
            <a:off x="4102200" y="4894560"/>
            <a:ext cx="43887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Google Shape;9;p1"/>
          <p:cNvSpPr/>
          <p:nvPr/>
        </p:nvSpPr>
        <p:spPr>
          <a:xfrm>
            <a:off x="25200" y="462744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0;p1"/>
          <p:cNvSpPr/>
          <p:nvPr/>
        </p:nvSpPr>
        <p:spPr>
          <a:xfrm>
            <a:off x="3857400" y="5322960"/>
            <a:ext cx="6236280" cy="5760"/>
          </a:xfrm>
          <a:custGeom>
            <a:avLst/>
            <a:gdLst>
              <a:gd name="textAreaLeft" fmla="*/ 0 w 6236280"/>
              <a:gd name="textAreaRight" fmla="*/ 6237720 w 623628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11;p1"/>
          <p:cNvSpPr/>
          <p:nvPr/>
        </p:nvSpPr>
        <p:spPr>
          <a:xfrm>
            <a:off x="4043160" y="4943520"/>
            <a:ext cx="5760" cy="486000"/>
          </a:xfrm>
          <a:custGeom>
            <a:avLst/>
            <a:gdLst>
              <a:gd name="textAreaLeft" fmla="*/ 0 w 5760"/>
              <a:gd name="textAreaRight" fmla="*/ 7200 w 5760"/>
              <a:gd name="textAreaTop" fmla="*/ 0 h 486000"/>
              <a:gd name="textAreaBottom" fmla="*/ 487440 h 4860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to edit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the title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;p1"/>
          <p:cNvSpPr/>
          <p:nvPr/>
        </p:nvSpPr>
        <p:spPr>
          <a:xfrm>
            <a:off x="4102200" y="4894560"/>
            <a:ext cx="43887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Google Shape;9;p1"/>
          <p:cNvSpPr/>
          <p:nvPr/>
        </p:nvSpPr>
        <p:spPr>
          <a:xfrm>
            <a:off x="25200" y="462744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10;p1"/>
          <p:cNvSpPr/>
          <p:nvPr/>
        </p:nvSpPr>
        <p:spPr>
          <a:xfrm>
            <a:off x="3857400" y="5322960"/>
            <a:ext cx="6236280" cy="5760"/>
          </a:xfrm>
          <a:custGeom>
            <a:avLst/>
            <a:gdLst>
              <a:gd name="textAreaLeft" fmla="*/ 0 w 6236280"/>
              <a:gd name="textAreaRight" fmla="*/ 6237720 w 623628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11;p1"/>
          <p:cNvSpPr/>
          <p:nvPr/>
        </p:nvSpPr>
        <p:spPr>
          <a:xfrm>
            <a:off x="4043160" y="4943520"/>
            <a:ext cx="5760" cy="486000"/>
          </a:xfrm>
          <a:custGeom>
            <a:avLst/>
            <a:gdLst>
              <a:gd name="textAreaLeft" fmla="*/ 0 w 5760"/>
              <a:gd name="textAreaRight" fmla="*/ 7200 w 5760"/>
              <a:gd name="textAreaTop" fmla="*/ 0 h 486000"/>
              <a:gd name="textAreaBottom" fmla="*/ 487440 h 4860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ic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k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di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r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m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8;p1"/>
          <p:cNvSpPr/>
          <p:nvPr/>
        </p:nvSpPr>
        <p:spPr>
          <a:xfrm>
            <a:off x="4102200" y="4894560"/>
            <a:ext cx="43887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Google Shape;9;p1"/>
          <p:cNvSpPr/>
          <p:nvPr/>
        </p:nvSpPr>
        <p:spPr>
          <a:xfrm>
            <a:off x="25200" y="462744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10;p1"/>
          <p:cNvSpPr/>
          <p:nvPr/>
        </p:nvSpPr>
        <p:spPr>
          <a:xfrm>
            <a:off x="3857400" y="5322960"/>
            <a:ext cx="6236280" cy="5760"/>
          </a:xfrm>
          <a:custGeom>
            <a:avLst/>
            <a:gdLst>
              <a:gd name="textAreaLeft" fmla="*/ 0 w 6236280"/>
              <a:gd name="textAreaRight" fmla="*/ 6237720 w 623628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11;p1"/>
          <p:cNvSpPr/>
          <p:nvPr/>
        </p:nvSpPr>
        <p:spPr>
          <a:xfrm>
            <a:off x="4043160" y="4943520"/>
            <a:ext cx="5760" cy="486000"/>
          </a:xfrm>
          <a:custGeom>
            <a:avLst/>
            <a:gdLst>
              <a:gd name="textAreaLeft" fmla="*/ 0 w 5760"/>
              <a:gd name="textAreaRight" fmla="*/ 7200 w 5760"/>
              <a:gd name="textAreaTop" fmla="*/ 0 h 486000"/>
              <a:gd name="textAreaBottom" fmla="*/ 487440 h 4860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ic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k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di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r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m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8;p1"/>
          <p:cNvSpPr/>
          <p:nvPr/>
        </p:nvSpPr>
        <p:spPr>
          <a:xfrm>
            <a:off x="4102200" y="4894560"/>
            <a:ext cx="43887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Google Shape;9;p1"/>
          <p:cNvSpPr/>
          <p:nvPr/>
        </p:nvSpPr>
        <p:spPr>
          <a:xfrm>
            <a:off x="25200" y="462744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0;p1"/>
          <p:cNvSpPr/>
          <p:nvPr/>
        </p:nvSpPr>
        <p:spPr>
          <a:xfrm>
            <a:off x="3857400" y="5322960"/>
            <a:ext cx="6236280" cy="5760"/>
          </a:xfrm>
          <a:custGeom>
            <a:avLst/>
            <a:gdLst>
              <a:gd name="textAreaLeft" fmla="*/ 0 w 6236280"/>
              <a:gd name="textAreaRight" fmla="*/ 6237720 w 623628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1;p1"/>
          <p:cNvSpPr/>
          <p:nvPr/>
        </p:nvSpPr>
        <p:spPr>
          <a:xfrm>
            <a:off x="4043160" y="4943520"/>
            <a:ext cx="5760" cy="486000"/>
          </a:xfrm>
          <a:custGeom>
            <a:avLst/>
            <a:gdLst>
              <a:gd name="textAreaLeft" fmla="*/ 0 w 5760"/>
              <a:gd name="textAreaRight" fmla="*/ 7200 w 5760"/>
              <a:gd name="textAreaTop" fmla="*/ 0 h 486000"/>
              <a:gd name="textAreaBottom" fmla="*/ 487440 h 4860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8;p1"/>
          <p:cNvSpPr/>
          <p:nvPr/>
        </p:nvSpPr>
        <p:spPr>
          <a:xfrm>
            <a:off x="4102200" y="4894560"/>
            <a:ext cx="43887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9;p1"/>
          <p:cNvSpPr/>
          <p:nvPr/>
        </p:nvSpPr>
        <p:spPr>
          <a:xfrm>
            <a:off x="25200" y="462744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10;p1"/>
          <p:cNvSpPr/>
          <p:nvPr/>
        </p:nvSpPr>
        <p:spPr>
          <a:xfrm>
            <a:off x="3857400" y="5322960"/>
            <a:ext cx="6236280" cy="5760"/>
          </a:xfrm>
          <a:custGeom>
            <a:avLst/>
            <a:gdLst>
              <a:gd name="textAreaLeft" fmla="*/ 0 w 6236280"/>
              <a:gd name="textAreaRight" fmla="*/ 6237720 w 623628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11;p1"/>
          <p:cNvSpPr/>
          <p:nvPr/>
        </p:nvSpPr>
        <p:spPr>
          <a:xfrm>
            <a:off x="4043160" y="4943520"/>
            <a:ext cx="5760" cy="486000"/>
          </a:xfrm>
          <a:custGeom>
            <a:avLst/>
            <a:gdLst>
              <a:gd name="textAreaLeft" fmla="*/ 0 w 5760"/>
              <a:gd name="textAreaRight" fmla="*/ 7200 w 5760"/>
              <a:gd name="textAreaTop" fmla="*/ 0 h 486000"/>
              <a:gd name="textAreaBottom" fmla="*/ 487440 h 4860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503280" y="304272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;p1"/>
          <p:cNvSpPr/>
          <p:nvPr/>
        </p:nvSpPr>
        <p:spPr>
          <a:xfrm>
            <a:off x="4102200" y="4894560"/>
            <a:ext cx="43887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9;p1"/>
          <p:cNvSpPr/>
          <p:nvPr/>
        </p:nvSpPr>
        <p:spPr>
          <a:xfrm>
            <a:off x="25200" y="462744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0;p1"/>
          <p:cNvSpPr/>
          <p:nvPr/>
        </p:nvSpPr>
        <p:spPr>
          <a:xfrm>
            <a:off x="3857400" y="5322960"/>
            <a:ext cx="6236280" cy="5760"/>
          </a:xfrm>
          <a:custGeom>
            <a:avLst/>
            <a:gdLst>
              <a:gd name="textAreaLeft" fmla="*/ 0 w 6236280"/>
              <a:gd name="textAreaRight" fmla="*/ 6237720 w 623628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11;p1"/>
          <p:cNvSpPr/>
          <p:nvPr/>
        </p:nvSpPr>
        <p:spPr>
          <a:xfrm>
            <a:off x="4043160" y="4943520"/>
            <a:ext cx="5760" cy="486000"/>
          </a:xfrm>
          <a:custGeom>
            <a:avLst/>
            <a:gdLst>
              <a:gd name="textAreaLeft" fmla="*/ 0 w 5760"/>
              <a:gd name="textAreaRight" fmla="*/ 7200 w 5760"/>
              <a:gd name="textAreaTop" fmla="*/ 0 h 486000"/>
              <a:gd name="textAreaBottom" fmla="*/ 487440 h 4860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5149440" y="304272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8;p1"/>
          <p:cNvSpPr/>
          <p:nvPr/>
        </p:nvSpPr>
        <p:spPr>
          <a:xfrm>
            <a:off x="4102200" y="4894560"/>
            <a:ext cx="43887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9;p1"/>
          <p:cNvSpPr/>
          <p:nvPr/>
        </p:nvSpPr>
        <p:spPr>
          <a:xfrm>
            <a:off x="25200" y="462744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0;p1"/>
          <p:cNvSpPr/>
          <p:nvPr/>
        </p:nvSpPr>
        <p:spPr>
          <a:xfrm>
            <a:off x="3857400" y="5322960"/>
            <a:ext cx="6236280" cy="5760"/>
          </a:xfrm>
          <a:custGeom>
            <a:avLst/>
            <a:gdLst>
              <a:gd name="textAreaLeft" fmla="*/ 0 w 6236280"/>
              <a:gd name="textAreaRight" fmla="*/ 6237720 w 623628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1;p1"/>
          <p:cNvSpPr/>
          <p:nvPr/>
        </p:nvSpPr>
        <p:spPr>
          <a:xfrm>
            <a:off x="4043160" y="4943520"/>
            <a:ext cx="5760" cy="486000"/>
          </a:xfrm>
          <a:custGeom>
            <a:avLst/>
            <a:gdLst>
              <a:gd name="textAreaLeft" fmla="*/ 0 w 5760"/>
              <a:gd name="textAreaRight" fmla="*/ 7200 w 5760"/>
              <a:gd name="textAreaTop" fmla="*/ 0 h 486000"/>
              <a:gd name="textAreaBottom" fmla="*/ 487440 h 48600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03280" y="3042720"/>
            <a:ext cx="906660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66;p14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67;p14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68;p14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69;p14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70;p14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66;p14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67;p14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68;p14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69;p14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70;p14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66;p14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67;p14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68;p14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69;p14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70;p14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660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503280" y="3042720"/>
            <a:ext cx="906660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66;p14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67;p14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68;p14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69;p14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Google Shape;70;p14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503280" y="304272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5149440" y="304272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66;p14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67;p14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68;p14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69;p14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70;p14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66;p14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67;p14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68;p14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Google Shape;69;p14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70;p14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66;p14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67;p14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68;p14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Google Shape;69;p14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70;p14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66;p14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67;p14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68;p14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Google Shape;69;p14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70;p14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66;p14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67;p14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68;p14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Google Shape;69;p14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70;p14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66;p14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Google Shape;67;p14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68;p14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Google Shape;69;p14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70;p14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66;p14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Google Shape;67;p14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68;p14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Google Shape;69;p14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70;p14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503280" y="304272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66;p14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Google Shape;67;p14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Google Shape;68;p14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Google Shape;69;p14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Google Shape;70;p14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body"/>
          </p:nvPr>
        </p:nvSpPr>
        <p:spPr>
          <a:xfrm>
            <a:off x="5149440" y="304272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66;p14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oogle Shape;67;p14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Google Shape;68;p14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Google Shape;69;p14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70;p14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503280" y="3042720"/>
            <a:ext cx="906660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125;p27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Google Shape;126;p27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Google Shape;127;p27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Google Shape;128;p27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Google Shape;129;p27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125;p27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Google Shape;126;p27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127;p27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Google Shape;128;p27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129;p27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660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503280" y="3042720"/>
            <a:ext cx="906660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125;p27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126;p27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Google Shape;127;p27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Google Shape;128;p27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Google Shape;129;p27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503280" y="304272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body"/>
          </p:nvPr>
        </p:nvSpPr>
        <p:spPr>
          <a:xfrm>
            <a:off x="5149440" y="304272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125;p27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Google Shape;126;p27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127;p27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Google Shape;128;p27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129;p27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125;p27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Google Shape;126;p27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Google Shape;127;p27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Google Shape;128;p27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Google Shape;129;p27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125;p27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Google Shape;126;p27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Google Shape;127;p27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Google Shape;128;p27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Google Shape;129;p27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125;p27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Google Shape;126;p27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Google Shape;127;p27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Google Shape;128;p27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Google Shape;129;p27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125;p27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Google Shape;126;p27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Google Shape;127;p27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Google Shape;128;p27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Google Shape;129;p27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125;p27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Google Shape;126;p27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Google Shape;127;p27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Google Shape;128;p27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Google Shape;129;p27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125;p27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126;p27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127;p27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Google Shape;128;p27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Google Shape;129;p27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body"/>
          </p:nvPr>
        </p:nvSpPr>
        <p:spPr>
          <a:xfrm>
            <a:off x="503280" y="304272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125;p27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Google Shape;126;p27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Google Shape;127;p27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Google Shape;128;p27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Google Shape;129;p27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 type="body"/>
          </p:nvPr>
        </p:nvSpPr>
        <p:spPr>
          <a:xfrm>
            <a:off x="5149440" y="304272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125;p27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Google Shape;126;p27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Google Shape;127;p27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Google Shape;128;p27"/>
          <p:cNvSpPr/>
          <p:nvPr/>
        </p:nvSpPr>
        <p:spPr>
          <a:xfrm>
            <a:off x="1899720" y="5203440"/>
            <a:ext cx="7461000" cy="5760"/>
          </a:xfrm>
          <a:custGeom>
            <a:avLst/>
            <a:gdLst>
              <a:gd name="textAreaLeft" fmla="*/ 0 w 7461000"/>
              <a:gd name="textAreaRight" fmla="*/ 7462440 w 746100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Google Shape;129;p27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503280" y="3042720"/>
            <a:ext cx="906660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184;p40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Google Shape;185;p40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186;p40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Google Shape;187;p40"/>
          <p:cNvSpPr/>
          <p:nvPr/>
        </p:nvSpPr>
        <p:spPr>
          <a:xfrm>
            <a:off x="5641200" y="519336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188;p40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Google Shape;189;p40"/>
          <p:cNvSpPr/>
          <p:nvPr/>
        </p:nvSpPr>
        <p:spPr>
          <a:xfrm>
            <a:off x="973440" y="519300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Google Shape;190;p40"/>
          <p:cNvSpPr/>
          <p:nvPr/>
        </p:nvSpPr>
        <p:spPr>
          <a:xfrm>
            <a:off x="4587840" y="491256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Google Shape;191;p40"/>
          <p:cNvSpPr/>
          <p:nvPr/>
        </p:nvSpPr>
        <p:spPr>
          <a:xfrm>
            <a:off x="5052960" y="1036440"/>
            <a:ext cx="9360" cy="3698640"/>
          </a:xfrm>
          <a:custGeom>
            <a:avLst/>
            <a:gdLst>
              <a:gd name="textAreaLeft" fmla="*/ 0 w 9360"/>
              <a:gd name="textAreaRight" fmla="*/ 10800 w 9360"/>
              <a:gd name="textAreaTop" fmla="*/ 0 h 3698640"/>
              <a:gd name="textAreaBottom" fmla="*/ 3700080 h 36986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184;p40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Google Shape;185;p40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Google Shape;186;p40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Google Shape;187;p40"/>
          <p:cNvSpPr/>
          <p:nvPr/>
        </p:nvSpPr>
        <p:spPr>
          <a:xfrm>
            <a:off x="5641200" y="519336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Google Shape;188;p40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Google Shape;189;p40"/>
          <p:cNvSpPr/>
          <p:nvPr/>
        </p:nvSpPr>
        <p:spPr>
          <a:xfrm>
            <a:off x="973440" y="519300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Google Shape;190;p40"/>
          <p:cNvSpPr/>
          <p:nvPr/>
        </p:nvSpPr>
        <p:spPr>
          <a:xfrm>
            <a:off x="4587840" y="491256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Google Shape;191;p40"/>
          <p:cNvSpPr/>
          <p:nvPr/>
        </p:nvSpPr>
        <p:spPr>
          <a:xfrm>
            <a:off x="5052960" y="1036440"/>
            <a:ext cx="9360" cy="3698640"/>
          </a:xfrm>
          <a:custGeom>
            <a:avLst/>
            <a:gdLst>
              <a:gd name="textAreaLeft" fmla="*/ 0 w 9360"/>
              <a:gd name="textAreaRight" fmla="*/ 10800 w 9360"/>
              <a:gd name="textAreaTop" fmla="*/ 0 h 3698640"/>
              <a:gd name="textAreaBottom" fmla="*/ 3700080 h 36986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660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body"/>
          </p:nvPr>
        </p:nvSpPr>
        <p:spPr>
          <a:xfrm>
            <a:off x="503280" y="3042720"/>
            <a:ext cx="906660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184;p40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Google Shape;185;p40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Google Shape;186;p40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Google Shape;187;p40"/>
          <p:cNvSpPr/>
          <p:nvPr/>
        </p:nvSpPr>
        <p:spPr>
          <a:xfrm>
            <a:off x="5641200" y="519336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Google Shape;188;p40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Google Shape;189;p40"/>
          <p:cNvSpPr/>
          <p:nvPr/>
        </p:nvSpPr>
        <p:spPr>
          <a:xfrm>
            <a:off x="973440" y="519300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Google Shape;190;p40"/>
          <p:cNvSpPr/>
          <p:nvPr/>
        </p:nvSpPr>
        <p:spPr>
          <a:xfrm>
            <a:off x="4587840" y="491256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Google Shape;191;p40"/>
          <p:cNvSpPr/>
          <p:nvPr/>
        </p:nvSpPr>
        <p:spPr>
          <a:xfrm>
            <a:off x="5052960" y="1036440"/>
            <a:ext cx="9360" cy="3698640"/>
          </a:xfrm>
          <a:custGeom>
            <a:avLst/>
            <a:gdLst>
              <a:gd name="textAreaLeft" fmla="*/ 0 w 9360"/>
              <a:gd name="textAreaRight" fmla="*/ 10800 w 9360"/>
              <a:gd name="textAreaTop" fmla="*/ 0 h 3698640"/>
              <a:gd name="textAreaBottom" fmla="*/ 3700080 h 36986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503280" y="304272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 type="body"/>
          </p:nvPr>
        </p:nvSpPr>
        <p:spPr>
          <a:xfrm>
            <a:off x="5149440" y="304272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184;p40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Google Shape;185;p40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Google Shape;186;p40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Google Shape;187;p40"/>
          <p:cNvSpPr/>
          <p:nvPr/>
        </p:nvSpPr>
        <p:spPr>
          <a:xfrm>
            <a:off x="5641200" y="519336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Google Shape;188;p40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Google Shape;189;p40"/>
          <p:cNvSpPr/>
          <p:nvPr/>
        </p:nvSpPr>
        <p:spPr>
          <a:xfrm>
            <a:off x="973440" y="519300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Google Shape;190;p40"/>
          <p:cNvSpPr/>
          <p:nvPr/>
        </p:nvSpPr>
        <p:spPr>
          <a:xfrm>
            <a:off x="4587840" y="491256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Google Shape;191;p40"/>
          <p:cNvSpPr/>
          <p:nvPr/>
        </p:nvSpPr>
        <p:spPr>
          <a:xfrm>
            <a:off x="5052960" y="1036440"/>
            <a:ext cx="9360" cy="3698640"/>
          </a:xfrm>
          <a:custGeom>
            <a:avLst/>
            <a:gdLst>
              <a:gd name="textAreaLeft" fmla="*/ 0 w 9360"/>
              <a:gd name="textAreaRight" fmla="*/ 10800 w 9360"/>
              <a:gd name="textAreaTop" fmla="*/ 0 h 3698640"/>
              <a:gd name="textAreaBottom" fmla="*/ 3700080 h 36986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184;p40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Google Shape;185;p40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Google Shape;186;p40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Google Shape;187;p40"/>
          <p:cNvSpPr/>
          <p:nvPr/>
        </p:nvSpPr>
        <p:spPr>
          <a:xfrm>
            <a:off x="5641200" y="519336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Google Shape;188;p40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Google Shape;189;p40"/>
          <p:cNvSpPr/>
          <p:nvPr/>
        </p:nvSpPr>
        <p:spPr>
          <a:xfrm>
            <a:off x="973440" y="519300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Google Shape;190;p40"/>
          <p:cNvSpPr/>
          <p:nvPr/>
        </p:nvSpPr>
        <p:spPr>
          <a:xfrm>
            <a:off x="4587840" y="491256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Google Shape;191;p40"/>
          <p:cNvSpPr/>
          <p:nvPr/>
        </p:nvSpPr>
        <p:spPr>
          <a:xfrm>
            <a:off x="5052960" y="1036440"/>
            <a:ext cx="9360" cy="3698640"/>
          </a:xfrm>
          <a:custGeom>
            <a:avLst/>
            <a:gdLst>
              <a:gd name="textAreaLeft" fmla="*/ 0 w 9360"/>
              <a:gd name="textAreaRight" fmla="*/ 10800 w 9360"/>
              <a:gd name="textAreaTop" fmla="*/ 0 h 3698640"/>
              <a:gd name="textAreaBottom" fmla="*/ 3700080 h 36986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184;p40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Google Shape;185;p40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Google Shape;186;p40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Google Shape;187;p40"/>
          <p:cNvSpPr/>
          <p:nvPr/>
        </p:nvSpPr>
        <p:spPr>
          <a:xfrm>
            <a:off x="5641200" y="519336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Google Shape;188;p40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Google Shape;189;p40"/>
          <p:cNvSpPr/>
          <p:nvPr/>
        </p:nvSpPr>
        <p:spPr>
          <a:xfrm>
            <a:off x="973440" y="519300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Google Shape;190;p40"/>
          <p:cNvSpPr/>
          <p:nvPr/>
        </p:nvSpPr>
        <p:spPr>
          <a:xfrm>
            <a:off x="4587840" y="491256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Google Shape;191;p40"/>
          <p:cNvSpPr/>
          <p:nvPr/>
        </p:nvSpPr>
        <p:spPr>
          <a:xfrm>
            <a:off x="5052960" y="1036440"/>
            <a:ext cx="9360" cy="3698640"/>
          </a:xfrm>
          <a:custGeom>
            <a:avLst/>
            <a:gdLst>
              <a:gd name="textAreaLeft" fmla="*/ 0 w 9360"/>
              <a:gd name="textAreaRight" fmla="*/ 10800 w 9360"/>
              <a:gd name="textAreaTop" fmla="*/ 0 h 3698640"/>
              <a:gd name="textAreaBottom" fmla="*/ 3700080 h 36986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184;p40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Google Shape;185;p40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Google Shape;186;p40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Google Shape;187;p40"/>
          <p:cNvSpPr/>
          <p:nvPr/>
        </p:nvSpPr>
        <p:spPr>
          <a:xfrm>
            <a:off x="5641200" y="519336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Google Shape;188;p40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Google Shape;189;p40"/>
          <p:cNvSpPr/>
          <p:nvPr/>
        </p:nvSpPr>
        <p:spPr>
          <a:xfrm>
            <a:off x="973440" y="519300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Google Shape;190;p40"/>
          <p:cNvSpPr/>
          <p:nvPr/>
        </p:nvSpPr>
        <p:spPr>
          <a:xfrm>
            <a:off x="4587840" y="491256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Google Shape;191;p40"/>
          <p:cNvSpPr/>
          <p:nvPr/>
        </p:nvSpPr>
        <p:spPr>
          <a:xfrm>
            <a:off x="5052960" y="1036440"/>
            <a:ext cx="9360" cy="3698640"/>
          </a:xfrm>
          <a:custGeom>
            <a:avLst/>
            <a:gdLst>
              <a:gd name="textAreaLeft" fmla="*/ 0 w 9360"/>
              <a:gd name="textAreaRight" fmla="*/ 10800 w 9360"/>
              <a:gd name="textAreaTop" fmla="*/ 0 h 3698640"/>
              <a:gd name="textAreaBottom" fmla="*/ 3700080 h 36986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184;p40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Google Shape;185;p40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Google Shape;186;p40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Google Shape;187;p40"/>
          <p:cNvSpPr/>
          <p:nvPr/>
        </p:nvSpPr>
        <p:spPr>
          <a:xfrm>
            <a:off x="5641200" y="519336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Google Shape;188;p40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Google Shape;189;p40"/>
          <p:cNvSpPr/>
          <p:nvPr/>
        </p:nvSpPr>
        <p:spPr>
          <a:xfrm>
            <a:off x="973440" y="519300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Google Shape;190;p40"/>
          <p:cNvSpPr/>
          <p:nvPr/>
        </p:nvSpPr>
        <p:spPr>
          <a:xfrm>
            <a:off x="4587840" y="491256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Google Shape;191;p40"/>
          <p:cNvSpPr/>
          <p:nvPr/>
        </p:nvSpPr>
        <p:spPr>
          <a:xfrm>
            <a:off x="5052960" y="1036440"/>
            <a:ext cx="9360" cy="3698640"/>
          </a:xfrm>
          <a:custGeom>
            <a:avLst/>
            <a:gdLst>
              <a:gd name="textAreaLeft" fmla="*/ 0 w 9360"/>
              <a:gd name="textAreaRight" fmla="*/ 10800 w 9360"/>
              <a:gd name="textAreaTop" fmla="*/ 0 h 3698640"/>
              <a:gd name="textAreaBottom" fmla="*/ 3700080 h 36986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184;p40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Google Shape;185;p40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Google Shape;186;p40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Google Shape;187;p40"/>
          <p:cNvSpPr/>
          <p:nvPr/>
        </p:nvSpPr>
        <p:spPr>
          <a:xfrm>
            <a:off x="5641200" y="519336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Google Shape;188;p40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Google Shape;189;p40"/>
          <p:cNvSpPr/>
          <p:nvPr/>
        </p:nvSpPr>
        <p:spPr>
          <a:xfrm>
            <a:off x="973440" y="519300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Google Shape;190;p40"/>
          <p:cNvSpPr/>
          <p:nvPr/>
        </p:nvSpPr>
        <p:spPr>
          <a:xfrm>
            <a:off x="4587840" y="491256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Google Shape;191;p40"/>
          <p:cNvSpPr/>
          <p:nvPr/>
        </p:nvSpPr>
        <p:spPr>
          <a:xfrm>
            <a:off x="5052960" y="1036440"/>
            <a:ext cx="9360" cy="3698640"/>
          </a:xfrm>
          <a:custGeom>
            <a:avLst/>
            <a:gdLst>
              <a:gd name="textAreaLeft" fmla="*/ 0 w 9360"/>
              <a:gd name="textAreaRight" fmla="*/ 10800 w 9360"/>
              <a:gd name="textAreaTop" fmla="*/ 0 h 3698640"/>
              <a:gd name="textAreaBottom" fmla="*/ 3700080 h 36986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184;p40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Google Shape;185;p40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Google Shape;186;p40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Google Shape;187;p40"/>
          <p:cNvSpPr/>
          <p:nvPr/>
        </p:nvSpPr>
        <p:spPr>
          <a:xfrm>
            <a:off x="5641200" y="519336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Google Shape;188;p40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Google Shape;189;p40"/>
          <p:cNvSpPr/>
          <p:nvPr/>
        </p:nvSpPr>
        <p:spPr>
          <a:xfrm>
            <a:off x="973440" y="519300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Google Shape;190;p40"/>
          <p:cNvSpPr/>
          <p:nvPr/>
        </p:nvSpPr>
        <p:spPr>
          <a:xfrm>
            <a:off x="4587840" y="491256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Google Shape;191;p40"/>
          <p:cNvSpPr/>
          <p:nvPr/>
        </p:nvSpPr>
        <p:spPr>
          <a:xfrm>
            <a:off x="5052960" y="1036440"/>
            <a:ext cx="9360" cy="3698640"/>
          </a:xfrm>
          <a:custGeom>
            <a:avLst/>
            <a:gdLst>
              <a:gd name="textAreaLeft" fmla="*/ 0 w 9360"/>
              <a:gd name="textAreaRight" fmla="*/ 10800 w 9360"/>
              <a:gd name="textAreaTop" fmla="*/ 0 h 3698640"/>
              <a:gd name="textAreaBottom" fmla="*/ 3700080 h 36986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PlaceHolder 4"/>
          <p:cNvSpPr>
            <a:spLocks noGrp="1"/>
          </p:cNvSpPr>
          <p:nvPr>
            <p:ph type="body"/>
          </p:nvPr>
        </p:nvSpPr>
        <p:spPr>
          <a:xfrm>
            <a:off x="503280" y="304272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184;p40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Google Shape;185;p40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Google Shape;186;p40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Google Shape;187;p40"/>
          <p:cNvSpPr/>
          <p:nvPr/>
        </p:nvSpPr>
        <p:spPr>
          <a:xfrm>
            <a:off x="5641200" y="519336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Google Shape;188;p40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Google Shape;189;p40"/>
          <p:cNvSpPr/>
          <p:nvPr/>
        </p:nvSpPr>
        <p:spPr>
          <a:xfrm>
            <a:off x="973440" y="519300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Google Shape;190;p40"/>
          <p:cNvSpPr/>
          <p:nvPr/>
        </p:nvSpPr>
        <p:spPr>
          <a:xfrm>
            <a:off x="4587840" y="491256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Google Shape;191;p40"/>
          <p:cNvSpPr/>
          <p:nvPr/>
        </p:nvSpPr>
        <p:spPr>
          <a:xfrm>
            <a:off x="5052960" y="1036440"/>
            <a:ext cx="9360" cy="3698640"/>
          </a:xfrm>
          <a:custGeom>
            <a:avLst/>
            <a:gdLst>
              <a:gd name="textAreaLeft" fmla="*/ 0 w 9360"/>
              <a:gd name="textAreaRight" fmla="*/ 10800 w 9360"/>
              <a:gd name="textAreaTop" fmla="*/ 0 h 3698640"/>
              <a:gd name="textAreaBottom" fmla="*/ 3700080 h 36986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PlaceHolder 4"/>
          <p:cNvSpPr>
            <a:spLocks noGrp="1"/>
          </p:cNvSpPr>
          <p:nvPr>
            <p:ph type="body"/>
          </p:nvPr>
        </p:nvSpPr>
        <p:spPr>
          <a:xfrm>
            <a:off x="5149440" y="304272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184;p40"/>
          <p:cNvSpPr/>
          <p:nvPr/>
        </p:nvSpPr>
        <p:spPr>
          <a:xfrm>
            <a:off x="20160" y="606600"/>
            <a:ext cx="6116400" cy="16560"/>
          </a:xfrm>
          <a:custGeom>
            <a:avLst/>
            <a:gdLst>
              <a:gd name="textAreaLeft" fmla="*/ 0 w 6116400"/>
              <a:gd name="textAreaRight" fmla="*/ 6117840 w 6116400"/>
              <a:gd name="textAreaTop" fmla="*/ 0 h 16560"/>
              <a:gd name="textAreaBottom" fmla="*/ 18000 h 1656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Google Shape;185;p40"/>
          <p:cNvSpPr/>
          <p:nvPr/>
        </p:nvSpPr>
        <p:spPr>
          <a:xfrm>
            <a:off x="4428720" y="840240"/>
            <a:ext cx="5670360" cy="5760"/>
          </a:xfrm>
          <a:custGeom>
            <a:avLst/>
            <a:gdLst>
              <a:gd name="textAreaLeft" fmla="*/ 0 w 5670360"/>
              <a:gd name="textAreaRight" fmla="*/ 5671800 w 56703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Google Shape;186;p40"/>
          <p:cNvSpPr/>
          <p:nvPr/>
        </p:nvSpPr>
        <p:spPr>
          <a:xfrm>
            <a:off x="9815760" y="473760"/>
            <a:ext cx="5760" cy="491760"/>
          </a:xfrm>
          <a:custGeom>
            <a:avLst/>
            <a:gdLst>
              <a:gd name="textAreaLeft" fmla="*/ 0 w 5760"/>
              <a:gd name="textAreaRight" fmla="*/ 7200 w 5760"/>
              <a:gd name="textAreaTop" fmla="*/ 0 h 491760"/>
              <a:gd name="textAreaBottom" fmla="*/ 493200 h 49176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Google Shape;187;p40"/>
          <p:cNvSpPr/>
          <p:nvPr/>
        </p:nvSpPr>
        <p:spPr>
          <a:xfrm>
            <a:off x="5641200" y="519336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Google Shape;188;p40"/>
          <p:cNvSpPr/>
          <p:nvPr/>
        </p:nvSpPr>
        <p:spPr>
          <a:xfrm>
            <a:off x="9255960" y="491580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Google Shape;189;p40"/>
          <p:cNvSpPr/>
          <p:nvPr/>
        </p:nvSpPr>
        <p:spPr>
          <a:xfrm>
            <a:off x="973440" y="5193000"/>
            <a:ext cx="3719160" cy="5760"/>
          </a:xfrm>
          <a:custGeom>
            <a:avLst/>
            <a:gdLst>
              <a:gd name="textAreaLeft" fmla="*/ 0 w 3719160"/>
              <a:gd name="textAreaRight" fmla="*/ 3720600 w 3719160"/>
              <a:gd name="textAreaTop" fmla="*/ 0 h 5760"/>
              <a:gd name="textAreaBottom" fmla="*/ 7200 h 576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Google Shape;190;p40"/>
          <p:cNvSpPr/>
          <p:nvPr/>
        </p:nvSpPr>
        <p:spPr>
          <a:xfrm>
            <a:off x="4587840" y="4912560"/>
            <a:ext cx="5760" cy="348120"/>
          </a:xfrm>
          <a:custGeom>
            <a:avLst/>
            <a:gdLst>
              <a:gd name="textAreaLeft" fmla="*/ 0 w 5760"/>
              <a:gd name="textAreaRight" fmla="*/ 7200 w 5760"/>
              <a:gd name="textAreaTop" fmla="*/ 0 h 348120"/>
              <a:gd name="textAreaBottom" fmla="*/ 349560 h 34812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Google Shape;191;p40"/>
          <p:cNvSpPr/>
          <p:nvPr/>
        </p:nvSpPr>
        <p:spPr>
          <a:xfrm>
            <a:off x="5052960" y="1036440"/>
            <a:ext cx="9360" cy="3698640"/>
          </a:xfrm>
          <a:custGeom>
            <a:avLst/>
            <a:gdLst>
              <a:gd name="textAreaLeft" fmla="*/ 0 w 9360"/>
              <a:gd name="textAreaRight" fmla="*/ 10800 w 9360"/>
              <a:gd name="textAreaTop" fmla="*/ 0 h 3698640"/>
              <a:gd name="textAreaBottom" fmla="*/ 3700080 h 369864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body"/>
          </p:nvPr>
        </p:nvSpPr>
        <p:spPr>
          <a:xfrm>
            <a:off x="5149440" y="1325880"/>
            <a:ext cx="442404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PlaceHolder 4"/>
          <p:cNvSpPr>
            <a:spLocks noGrp="1"/>
          </p:cNvSpPr>
          <p:nvPr>
            <p:ph type="body"/>
          </p:nvPr>
        </p:nvSpPr>
        <p:spPr>
          <a:xfrm>
            <a:off x="503280" y="3042720"/>
            <a:ext cx="9066600" cy="156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244;p53"/>
          <p:cNvSpPr/>
          <p:nvPr/>
        </p:nvSpPr>
        <p:spPr>
          <a:xfrm>
            <a:off x="227880" y="1599480"/>
            <a:ext cx="89949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Switching Circuit &amp; Logic Design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Google Shape;245;p53"/>
          <p:cNvSpPr/>
          <p:nvPr/>
        </p:nvSpPr>
        <p:spPr>
          <a:xfrm>
            <a:off x="2998080" y="3198960"/>
            <a:ext cx="3630960" cy="3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Lecture 16 : Combinational Circuit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Content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6600" cy="328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What is combinational Logic Design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Half Adder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Full Adder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Parallel Adder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Adder / Subtractor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Combinational Circuit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2971800" y="2148480"/>
            <a:ext cx="3200040" cy="13712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Combinational Logic Circuit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>
            <a:off x="1600200" y="2286000"/>
            <a:ext cx="13716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1600200" y="2466000"/>
            <a:ext cx="13716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1600200" y="3402000"/>
            <a:ext cx="13716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1897560" y="2513160"/>
            <a:ext cx="118440" cy="1184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9240" bIns="392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1897920" y="2693520"/>
            <a:ext cx="118440" cy="1184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9240" bIns="392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1897920" y="3233520"/>
            <a:ext cx="118440" cy="1184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9240" bIns="392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6172200" y="2286000"/>
            <a:ext cx="13716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6172200" y="2466000"/>
            <a:ext cx="13716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6172200" y="3402000"/>
            <a:ext cx="13716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6469560" y="2513160"/>
            <a:ext cx="118440" cy="1184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9240" bIns="392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6469920" y="2693520"/>
            <a:ext cx="118440" cy="1184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9240" bIns="392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6469920" y="3233520"/>
            <a:ext cx="118440" cy="1184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39240" bIns="392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1120320" y="2851200"/>
            <a:ext cx="1844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 input variables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6160680" y="2815200"/>
            <a:ext cx="2047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 output variables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Half Adder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18" name=""/>
          <p:cNvGraphicFramePr/>
          <p:nvPr/>
        </p:nvGraphicFramePr>
        <p:xfrm>
          <a:off x="2500920" y="1795680"/>
          <a:ext cx="5075280" cy="2086560"/>
        </p:xfrm>
        <a:graphic>
          <a:graphicData uri="http://schemas.openxmlformats.org/drawingml/2006/table">
            <a:tbl>
              <a:tblPr/>
              <a:tblGrid>
                <a:gridCol w="1268640"/>
                <a:gridCol w="1268640"/>
                <a:gridCol w="1268640"/>
                <a:gridCol w="1269720"/>
              </a:tblGrid>
              <a:tr h="346320">
                <a:tc gridSpan="2"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Inputs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Outputs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4632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Full Adder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20" name=""/>
          <p:cNvGraphicFramePr/>
          <p:nvPr/>
        </p:nvGraphicFramePr>
        <p:xfrm>
          <a:off x="2502720" y="1103040"/>
          <a:ext cx="5075280" cy="3477600"/>
        </p:xfrm>
        <a:graphic>
          <a:graphicData uri="http://schemas.openxmlformats.org/drawingml/2006/table">
            <a:tbl>
              <a:tblPr/>
              <a:tblGrid>
                <a:gridCol w="1014840"/>
                <a:gridCol w="1014840"/>
                <a:gridCol w="1014840"/>
                <a:gridCol w="1014840"/>
                <a:gridCol w="1016280"/>
              </a:tblGrid>
              <a:tr h="346320">
                <a:tc gridSpan="3"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Inputs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Sum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Carry out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in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C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out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5960"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Binary Parallel Adder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5873400" y="2286000"/>
            <a:ext cx="914040" cy="685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6787800" y="2622600"/>
            <a:ext cx="457200" cy="36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7281000" y="2478600"/>
            <a:ext cx="4471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in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6559200" y="18288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6055200" y="18288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6343200" y="29808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6343200" y="1524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5875200" y="1524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6140880" y="3432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5420160" y="2658600"/>
            <a:ext cx="457200" cy="36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5443200" y="2640600"/>
            <a:ext cx="417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4469760" y="2286000"/>
            <a:ext cx="914040" cy="685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5155560" y="18288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4651560" y="18288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4939560" y="29808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4939560" y="1524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4471560" y="1524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4737240" y="3432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4016520" y="2658600"/>
            <a:ext cx="457200" cy="36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4039560" y="2640600"/>
            <a:ext cx="417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3066120" y="2286000"/>
            <a:ext cx="914040" cy="685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3751920" y="18288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3247920" y="18288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3535920" y="29808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3535920" y="1524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3067920" y="1524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3333600" y="3432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2612880" y="2658600"/>
            <a:ext cx="457200" cy="36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2635920" y="2640600"/>
            <a:ext cx="417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Adder / Subtractor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5873400" y="2862000"/>
            <a:ext cx="914040" cy="685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6787800" y="3198600"/>
            <a:ext cx="457200" cy="36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6055200" y="24048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6343200" y="35568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6343200" y="1884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5731200" y="1344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6140880" y="4008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5420160" y="3234600"/>
            <a:ext cx="457200" cy="36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5443200" y="3216600"/>
            <a:ext cx="417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4469760" y="2862000"/>
            <a:ext cx="914040" cy="685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4651560" y="24048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4939560" y="35568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4939560" y="1884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4291560" y="1344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>
            <a:off x="4737240" y="4008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4016520" y="3234600"/>
            <a:ext cx="457200" cy="36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4039560" y="3216600"/>
            <a:ext cx="417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3066120" y="2862000"/>
            <a:ext cx="914040" cy="685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>
            <a:off x="3247920" y="24048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3535920" y="35568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>
            <a:off x="3535920" y="1884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2851920" y="1344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>
            <a:off x="3333600" y="4008600"/>
            <a:ext cx="405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>
            <a:off x="2612880" y="3234600"/>
            <a:ext cx="457200" cy="360"/>
          </a:xfrm>
          <a:prstGeom prst="line">
            <a:avLst/>
          </a:prstGeom>
          <a:ln w="0">
            <a:solidFill>
              <a:srgbClr val="3465a4"/>
            </a:solidFill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2635920" y="3216600"/>
            <a:ext cx="417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5140800" y="2176200"/>
            <a:ext cx="360" cy="685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2917800" y="2093400"/>
            <a:ext cx="685440" cy="35928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XOR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>
            <a:off x="4321800" y="2093400"/>
            <a:ext cx="685440" cy="35928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XOR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5717160" y="2093400"/>
            <a:ext cx="685440" cy="35928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Arial"/>
              </a:rPr>
              <a:t>XOR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6220800" y="1875600"/>
            <a:ext cx="36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4816800" y="1875600"/>
            <a:ext cx="36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3412800" y="1875600"/>
            <a:ext cx="360" cy="2286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3416400" y="1888560"/>
            <a:ext cx="3886200" cy="36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6580800" y="2176200"/>
            <a:ext cx="360" cy="685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3772800" y="2176200"/>
            <a:ext cx="360" cy="6858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3079800" y="16470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"/>
          <p:cNvSpPr/>
          <p:nvPr/>
        </p:nvSpPr>
        <p:spPr>
          <a:xfrm>
            <a:off x="4483800" y="16470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5923800" y="1647000"/>
            <a:ext cx="360" cy="45720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 flipH="1">
            <a:off x="7209000" y="1888560"/>
            <a:ext cx="21600" cy="131004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7315200" y="1704600"/>
            <a:ext cx="3693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4600" cy="64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Subtractor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1596600" y="1600200"/>
            <a:ext cx="15037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 XOR 1 = A’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1596960" y="2176200"/>
            <a:ext cx="14698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 XOR 0 = 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4093200" y="2224800"/>
            <a:ext cx="18280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2’s Complement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4021200" y="1612800"/>
            <a:ext cx="18280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1’s Complement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5943600" y="2406600"/>
            <a:ext cx="9144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7311600" y="2286000"/>
            <a:ext cx="4413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+1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>
            <a:off x="5943600" y="1794600"/>
            <a:ext cx="9144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7315200" y="1612800"/>
            <a:ext cx="3834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2025-10-15T09:34:11Z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