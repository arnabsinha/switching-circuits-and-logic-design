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46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</p:sldMasterIdLst>
  <p:sldIdLst>
    <p:sldId id="256" r:id="rId50"/>
    <p:sldId id="257" r:id="rId51"/>
    <p:sldId id="258" r:id="rId52"/>
    <p:sldId id="259" r:id="rId53"/>
    <p:sldId id="260" r:id="rId54"/>
    <p:sldId id="261" r:id="rId55"/>
    <p:sldId id="262" r:id="rId5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" Target="slides/slide1.xml"/><Relationship Id="rId51" Type="http://schemas.openxmlformats.org/officeDocument/2006/relationships/slide" Target="slides/slide2.xml"/><Relationship Id="rId52" Type="http://schemas.openxmlformats.org/officeDocument/2006/relationships/slide" Target="slides/slide3.xml"/><Relationship Id="rId53" Type="http://schemas.openxmlformats.org/officeDocument/2006/relationships/slide" Target="slides/slide4.xml"/><Relationship Id="rId54" Type="http://schemas.openxmlformats.org/officeDocument/2006/relationships/slide" Target="slides/slide5.xml"/><Relationship Id="rId55" Type="http://schemas.openxmlformats.org/officeDocument/2006/relationships/slide" Target="slides/slide6.xml"/><Relationship Id="rId56" Type="http://schemas.openxmlformats.org/officeDocument/2006/relationships/slide" Target="slides/slide7.xml"/><Relationship Id="rId5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04000" y="3043800"/>
            <a:ext cx="9070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5196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515196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9070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504000" y="3043800"/>
            <a:ext cx="9070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/>
          </p:nvPr>
        </p:nvSpPr>
        <p:spPr>
          <a:xfrm>
            <a:off x="515196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/>
          </p:nvPr>
        </p:nvSpPr>
        <p:spPr>
          <a:xfrm>
            <a:off x="515196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9070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504000" y="3043800"/>
            <a:ext cx="9070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PlaceHolder 5"/>
          <p:cNvSpPr>
            <a:spLocks noGrp="1"/>
          </p:cNvSpPr>
          <p:nvPr>
            <p:ph/>
          </p:nvPr>
        </p:nvSpPr>
        <p:spPr>
          <a:xfrm>
            <a:off x="515196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PlaceHolder 4"/>
          <p:cNvSpPr>
            <a:spLocks noGrp="1"/>
          </p:cNvSpPr>
          <p:nvPr>
            <p:ph/>
          </p:nvPr>
        </p:nvSpPr>
        <p:spPr>
          <a:xfrm>
            <a:off x="515196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9070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/>
          </p:nvPr>
        </p:nvSpPr>
        <p:spPr>
          <a:xfrm>
            <a:off x="504000" y="3043800"/>
            <a:ext cx="9070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PlaceHolder 5"/>
          <p:cNvSpPr>
            <a:spLocks noGrp="1"/>
          </p:cNvSpPr>
          <p:nvPr>
            <p:ph/>
          </p:nvPr>
        </p:nvSpPr>
        <p:spPr>
          <a:xfrm>
            <a:off x="515196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PlaceHolder 4"/>
          <p:cNvSpPr>
            <a:spLocks noGrp="1"/>
          </p:cNvSpPr>
          <p:nvPr>
            <p:ph/>
          </p:nvPr>
        </p:nvSpPr>
        <p:spPr>
          <a:xfrm>
            <a:off x="515196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/>
          </p:nvPr>
        </p:nvSpPr>
        <p:spPr>
          <a:xfrm>
            <a:off x="515196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9070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8;p1"/>
          <p:cNvSpPr/>
          <p:nvPr/>
        </p:nvSpPr>
        <p:spPr>
          <a:xfrm>
            <a:off x="4104000" y="4896000"/>
            <a:ext cx="43909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Google Shape;9;p1"/>
          <p:cNvSpPr/>
          <p:nvPr/>
        </p:nvSpPr>
        <p:spPr>
          <a:xfrm>
            <a:off x="25920" y="462888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10;p1"/>
          <p:cNvSpPr/>
          <p:nvPr/>
        </p:nvSpPr>
        <p:spPr>
          <a:xfrm>
            <a:off x="3859200" y="5324400"/>
            <a:ext cx="6239160" cy="6120"/>
          </a:xfrm>
          <a:custGeom>
            <a:avLst/>
            <a:gdLst>
              <a:gd name="textAreaLeft" fmla="*/ 0 w 6239160"/>
              <a:gd name="textAreaRight" fmla="*/ 6240240 w 62391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11;p1"/>
          <p:cNvSpPr/>
          <p:nvPr/>
        </p:nvSpPr>
        <p:spPr>
          <a:xfrm>
            <a:off x="4044960" y="4944960"/>
            <a:ext cx="6120" cy="486360"/>
          </a:xfrm>
          <a:custGeom>
            <a:avLst/>
            <a:gdLst>
              <a:gd name="textAreaLeft" fmla="*/ 0 w 6120"/>
              <a:gd name="textAreaRight" fmla="*/ 7200 w 6120"/>
              <a:gd name="textAreaTop" fmla="*/ 0 h 486360"/>
              <a:gd name="textAreaBottom" fmla="*/ 487440 h 4863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/>
          <p:nvPr/>
        </p:nvSpPr>
        <p:spPr>
          <a:xfrm>
            <a:off x="4104000" y="4896000"/>
            <a:ext cx="43909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920" y="462888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3859200" y="5324400"/>
            <a:ext cx="6239160" cy="6120"/>
          </a:xfrm>
          <a:custGeom>
            <a:avLst/>
            <a:gdLst>
              <a:gd name="textAreaLeft" fmla="*/ 0 w 6239160"/>
              <a:gd name="textAreaRight" fmla="*/ 6240240 w 62391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4044960" y="4944960"/>
            <a:ext cx="6120" cy="486360"/>
          </a:xfrm>
          <a:custGeom>
            <a:avLst/>
            <a:gdLst>
              <a:gd name="textAreaLeft" fmla="*/ 0 w 6120"/>
              <a:gd name="textAreaRight" fmla="*/ 7200 w 6120"/>
              <a:gd name="textAreaTop" fmla="*/ 0 h 486360"/>
              <a:gd name="textAreaBottom" fmla="*/ 487440 h 4863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04000" y="3043800"/>
            <a:ext cx="90705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;p1"/>
          <p:cNvSpPr/>
          <p:nvPr/>
        </p:nvSpPr>
        <p:spPr>
          <a:xfrm>
            <a:off x="4104000" y="4896000"/>
            <a:ext cx="43909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Google Shape;9;p1"/>
          <p:cNvSpPr/>
          <p:nvPr/>
        </p:nvSpPr>
        <p:spPr>
          <a:xfrm>
            <a:off x="25920" y="462888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10;p1"/>
          <p:cNvSpPr/>
          <p:nvPr/>
        </p:nvSpPr>
        <p:spPr>
          <a:xfrm>
            <a:off x="3859200" y="5324400"/>
            <a:ext cx="6239160" cy="6120"/>
          </a:xfrm>
          <a:custGeom>
            <a:avLst/>
            <a:gdLst>
              <a:gd name="textAreaLeft" fmla="*/ 0 w 6239160"/>
              <a:gd name="textAreaRight" fmla="*/ 6240240 w 62391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11;p1"/>
          <p:cNvSpPr/>
          <p:nvPr/>
        </p:nvSpPr>
        <p:spPr>
          <a:xfrm>
            <a:off x="4044960" y="4944960"/>
            <a:ext cx="6120" cy="486360"/>
          </a:xfrm>
          <a:custGeom>
            <a:avLst/>
            <a:gdLst>
              <a:gd name="textAreaLeft" fmla="*/ 0 w 6120"/>
              <a:gd name="textAreaRight" fmla="*/ 7200 w 6120"/>
              <a:gd name="textAreaTop" fmla="*/ 0 h 486360"/>
              <a:gd name="textAreaBottom" fmla="*/ 487440 h 4863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15232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8;p1"/>
          <p:cNvSpPr/>
          <p:nvPr/>
        </p:nvSpPr>
        <p:spPr>
          <a:xfrm>
            <a:off x="4104000" y="4896000"/>
            <a:ext cx="43909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Google Shape;9;p1"/>
          <p:cNvSpPr/>
          <p:nvPr/>
        </p:nvSpPr>
        <p:spPr>
          <a:xfrm>
            <a:off x="25920" y="462888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10;p1"/>
          <p:cNvSpPr/>
          <p:nvPr/>
        </p:nvSpPr>
        <p:spPr>
          <a:xfrm>
            <a:off x="3859200" y="5324400"/>
            <a:ext cx="6239160" cy="6120"/>
          </a:xfrm>
          <a:custGeom>
            <a:avLst/>
            <a:gdLst>
              <a:gd name="textAreaLeft" fmla="*/ 0 w 6239160"/>
              <a:gd name="textAreaRight" fmla="*/ 6240240 w 62391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Google Shape;11;p1"/>
          <p:cNvSpPr/>
          <p:nvPr/>
        </p:nvSpPr>
        <p:spPr>
          <a:xfrm>
            <a:off x="4044960" y="4944960"/>
            <a:ext cx="6120" cy="486360"/>
          </a:xfrm>
          <a:custGeom>
            <a:avLst/>
            <a:gdLst>
              <a:gd name="textAreaLeft" fmla="*/ 0 w 6120"/>
              <a:gd name="textAreaRight" fmla="*/ 7200 w 6120"/>
              <a:gd name="textAreaTop" fmla="*/ 0 h 486360"/>
              <a:gd name="textAreaBottom" fmla="*/ 487440 h 4863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8;p1"/>
          <p:cNvSpPr/>
          <p:nvPr/>
        </p:nvSpPr>
        <p:spPr>
          <a:xfrm>
            <a:off x="4104000" y="4896000"/>
            <a:ext cx="43909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Google Shape;9;p1"/>
          <p:cNvSpPr/>
          <p:nvPr/>
        </p:nvSpPr>
        <p:spPr>
          <a:xfrm>
            <a:off x="25920" y="462888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Google Shape;10;p1"/>
          <p:cNvSpPr/>
          <p:nvPr/>
        </p:nvSpPr>
        <p:spPr>
          <a:xfrm>
            <a:off x="3859200" y="5324400"/>
            <a:ext cx="6239160" cy="6120"/>
          </a:xfrm>
          <a:custGeom>
            <a:avLst/>
            <a:gdLst>
              <a:gd name="textAreaLeft" fmla="*/ 0 w 6239160"/>
              <a:gd name="textAreaRight" fmla="*/ 6240240 w 62391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Google Shape;11;p1"/>
          <p:cNvSpPr/>
          <p:nvPr/>
        </p:nvSpPr>
        <p:spPr>
          <a:xfrm>
            <a:off x="4044960" y="4944960"/>
            <a:ext cx="6120" cy="486360"/>
          </a:xfrm>
          <a:custGeom>
            <a:avLst/>
            <a:gdLst>
              <a:gd name="textAreaLeft" fmla="*/ 0 w 6120"/>
              <a:gd name="textAreaRight" fmla="*/ 7200 w 6120"/>
              <a:gd name="textAreaTop" fmla="*/ 0 h 486360"/>
              <a:gd name="textAreaBottom" fmla="*/ 487440 h 4863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8;p1"/>
          <p:cNvSpPr/>
          <p:nvPr/>
        </p:nvSpPr>
        <p:spPr>
          <a:xfrm>
            <a:off x="4104000" y="4896000"/>
            <a:ext cx="43909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Google Shape;9;p1"/>
          <p:cNvSpPr/>
          <p:nvPr/>
        </p:nvSpPr>
        <p:spPr>
          <a:xfrm>
            <a:off x="25920" y="462888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Google Shape;10;p1"/>
          <p:cNvSpPr/>
          <p:nvPr/>
        </p:nvSpPr>
        <p:spPr>
          <a:xfrm>
            <a:off x="3859200" y="5324400"/>
            <a:ext cx="6239160" cy="6120"/>
          </a:xfrm>
          <a:custGeom>
            <a:avLst/>
            <a:gdLst>
              <a:gd name="textAreaLeft" fmla="*/ 0 w 6239160"/>
              <a:gd name="textAreaRight" fmla="*/ 6240240 w 62391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Google Shape;11;p1"/>
          <p:cNvSpPr/>
          <p:nvPr/>
        </p:nvSpPr>
        <p:spPr>
          <a:xfrm>
            <a:off x="4044960" y="4944960"/>
            <a:ext cx="6120" cy="486360"/>
          </a:xfrm>
          <a:custGeom>
            <a:avLst/>
            <a:gdLst>
              <a:gd name="textAreaLeft" fmla="*/ 0 w 6120"/>
              <a:gd name="textAreaRight" fmla="*/ 7200 w 6120"/>
              <a:gd name="textAreaTop" fmla="*/ 0 h 486360"/>
              <a:gd name="textAreaBottom" fmla="*/ 487440 h 4863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8;p1"/>
          <p:cNvSpPr/>
          <p:nvPr/>
        </p:nvSpPr>
        <p:spPr>
          <a:xfrm>
            <a:off x="4104000" y="4896000"/>
            <a:ext cx="43909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Google Shape;9;p1"/>
          <p:cNvSpPr/>
          <p:nvPr/>
        </p:nvSpPr>
        <p:spPr>
          <a:xfrm>
            <a:off x="25920" y="462888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10;p1"/>
          <p:cNvSpPr/>
          <p:nvPr/>
        </p:nvSpPr>
        <p:spPr>
          <a:xfrm>
            <a:off x="3859200" y="5324400"/>
            <a:ext cx="6239160" cy="6120"/>
          </a:xfrm>
          <a:custGeom>
            <a:avLst/>
            <a:gdLst>
              <a:gd name="textAreaLeft" fmla="*/ 0 w 6239160"/>
              <a:gd name="textAreaRight" fmla="*/ 6240240 w 62391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11;p1"/>
          <p:cNvSpPr/>
          <p:nvPr/>
        </p:nvSpPr>
        <p:spPr>
          <a:xfrm>
            <a:off x="4044960" y="4944960"/>
            <a:ext cx="6120" cy="486360"/>
          </a:xfrm>
          <a:custGeom>
            <a:avLst/>
            <a:gdLst>
              <a:gd name="textAreaLeft" fmla="*/ 0 w 6120"/>
              <a:gd name="textAreaRight" fmla="*/ 7200 w 6120"/>
              <a:gd name="textAreaTop" fmla="*/ 0 h 486360"/>
              <a:gd name="textAreaBottom" fmla="*/ 487440 h 4863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8;p1"/>
          <p:cNvSpPr/>
          <p:nvPr/>
        </p:nvSpPr>
        <p:spPr>
          <a:xfrm>
            <a:off x="4104000" y="4896000"/>
            <a:ext cx="43909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Google Shape;9;p1"/>
          <p:cNvSpPr/>
          <p:nvPr/>
        </p:nvSpPr>
        <p:spPr>
          <a:xfrm>
            <a:off x="25920" y="462888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Google Shape;10;p1"/>
          <p:cNvSpPr/>
          <p:nvPr/>
        </p:nvSpPr>
        <p:spPr>
          <a:xfrm>
            <a:off x="3859200" y="5324400"/>
            <a:ext cx="6239160" cy="6120"/>
          </a:xfrm>
          <a:custGeom>
            <a:avLst/>
            <a:gdLst>
              <a:gd name="textAreaLeft" fmla="*/ 0 w 6239160"/>
              <a:gd name="textAreaRight" fmla="*/ 6240240 w 62391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Google Shape;11;p1"/>
          <p:cNvSpPr/>
          <p:nvPr/>
        </p:nvSpPr>
        <p:spPr>
          <a:xfrm>
            <a:off x="4044960" y="4944960"/>
            <a:ext cx="6120" cy="486360"/>
          </a:xfrm>
          <a:custGeom>
            <a:avLst/>
            <a:gdLst>
              <a:gd name="textAreaLeft" fmla="*/ 0 w 6120"/>
              <a:gd name="textAreaRight" fmla="*/ 7200 w 6120"/>
              <a:gd name="textAreaTop" fmla="*/ 0 h 486360"/>
              <a:gd name="textAreaBottom" fmla="*/ 487440 h 4863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8;p1"/>
          <p:cNvSpPr/>
          <p:nvPr/>
        </p:nvSpPr>
        <p:spPr>
          <a:xfrm>
            <a:off x="4104000" y="4896000"/>
            <a:ext cx="43909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Google Shape;9;p1"/>
          <p:cNvSpPr/>
          <p:nvPr/>
        </p:nvSpPr>
        <p:spPr>
          <a:xfrm>
            <a:off x="25920" y="462888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0;p1"/>
          <p:cNvSpPr/>
          <p:nvPr/>
        </p:nvSpPr>
        <p:spPr>
          <a:xfrm>
            <a:off x="3859200" y="5324400"/>
            <a:ext cx="6239160" cy="6120"/>
          </a:xfrm>
          <a:custGeom>
            <a:avLst/>
            <a:gdLst>
              <a:gd name="textAreaLeft" fmla="*/ 0 w 6239160"/>
              <a:gd name="textAreaRight" fmla="*/ 6240240 w 62391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11;p1"/>
          <p:cNvSpPr/>
          <p:nvPr/>
        </p:nvSpPr>
        <p:spPr>
          <a:xfrm>
            <a:off x="4044960" y="4944960"/>
            <a:ext cx="6120" cy="486360"/>
          </a:xfrm>
          <a:custGeom>
            <a:avLst/>
            <a:gdLst>
              <a:gd name="textAreaLeft" fmla="*/ 0 w 6120"/>
              <a:gd name="textAreaRight" fmla="*/ 7200 w 6120"/>
              <a:gd name="textAreaTop" fmla="*/ 0 h 486360"/>
              <a:gd name="textAreaBottom" fmla="*/ 487440 h 4863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8;p1"/>
          <p:cNvSpPr/>
          <p:nvPr/>
        </p:nvSpPr>
        <p:spPr>
          <a:xfrm>
            <a:off x="4104000" y="4896000"/>
            <a:ext cx="43909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Google Shape;9;p1"/>
          <p:cNvSpPr/>
          <p:nvPr/>
        </p:nvSpPr>
        <p:spPr>
          <a:xfrm>
            <a:off x="25920" y="462888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Google Shape;10;p1"/>
          <p:cNvSpPr/>
          <p:nvPr/>
        </p:nvSpPr>
        <p:spPr>
          <a:xfrm>
            <a:off x="3859200" y="5324400"/>
            <a:ext cx="6239160" cy="6120"/>
          </a:xfrm>
          <a:custGeom>
            <a:avLst/>
            <a:gdLst>
              <a:gd name="textAreaLeft" fmla="*/ 0 w 6239160"/>
              <a:gd name="textAreaRight" fmla="*/ 6240240 w 62391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Google Shape;11;p1"/>
          <p:cNvSpPr/>
          <p:nvPr/>
        </p:nvSpPr>
        <p:spPr>
          <a:xfrm>
            <a:off x="4044960" y="4944960"/>
            <a:ext cx="6120" cy="486360"/>
          </a:xfrm>
          <a:custGeom>
            <a:avLst/>
            <a:gdLst>
              <a:gd name="textAreaLeft" fmla="*/ 0 w 6120"/>
              <a:gd name="textAreaRight" fmla="*/ 7200 w 6120"/>
              <a:gd name="textAreaTop" fmla="*/ 0 h 486360"/>
              <a:gd name="textAreaBottom" fmla="*/ 487440 h 4863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0400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;p1"/>
          <p:cNvSpPr/>
          <p:nvPr/>
        </p:nvSpPr>
        <p:spPr>
          <a:xfrm>
            <a:off x="4104000" y="4896000"/>
            <a:ext cx="43909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Google Shape;9;p1"/>
          <p:cNvSpPr/>
          <p:nvPr/>
        </p:nvSpPr>
        <p:spPr>
          <a:xfrm>
            <a:off x="25920" y="462888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10;p1"/>
          <p:cNvSpPr/>
          <p:nvPr/>
        </p:nvSpPr>
        <p:spPr>
          <a:xfrm>
            <a:off x="3859200" y="5324400"/>
            <a:ext cx="6239160" cy="6120"/>
          </a:xfrm>
          <a:custGeom>
            <a:avLst/>
            <a:gdLst>
              <a:gd name="textAreaLeft" fmla="*/ 0 w 6239160"/>
              <a:gd name="textAreaRight" fmla="*/ 6240240 w 62391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1;p1"/>
          <p:cNvSpPr/>
          <p:nvPr/>
        </p:nvSpPr>
        <p:spPr>
          <a:xfrm>
            <a:off x="4044960" y="4944960"/>
            <a:ext cx="6120" cy="486360"/>
          </a:xfrm>
          <a:custGeom>
            <a:avLst/>
            <a:gdLst>
              <a:gd name="textAreaLeft" fmla="*/ 0 w 6120"/>
              <a:gd name="textAreaRight" fmla="*/ 7200 w 6120"/>
              <a:gd name="textAreaTop" fmla="*/ 0 h 486360"/>
              <a:gd name="textAreaBottom" fmla="*/ 487440 h 4863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515232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8;p1"/>
          <p:cNvSpPr/>
          <p:nvPr/>
        </p:nvSpPr>
        <p:spPr>
          <a:xfrm>
            <a:off x="4104000" y="4896000"/>
            <a:ext cx="43909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9;p1"/>
          <p:cNvSpPr/>
          <p:nvPr/>
        </p:nvSpPr>
        <p:spPr>
          <a:xfrm>
            <a:off x="25920" y="462888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10;p1"/>
          <p:cNvSpPr/>
          <p:nvPr/>
        </p:nvSpPr>
        <p:spPr>
          <a:xfrm>
            <a:off x="3859200" y="5324400"/>
            <a:ext cx="6239160" cy="6120"/>
          </a:xfrm>
          <a:custGeom>
            <a:avLst/>
            <a:gdLst>
              <a:gd name="textAreaLeft" fmla="*/ 0 w 6239160"/>
              <a:gd name="textAreaRight" fmla="*/ 6240240 w 62391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11;p1"/>
          <p:cNvSpPr/>
          <p:nvPr/>
        </p:nvSpPr>
        <p:spPr>
          <a:xfrm>
            <a:off x="4044960" y="4944960"/>
            <a:ext cx="6120" cy="486360"/>
          </a:xfrm>
          <a:custGeom>
            <a:avLst/>
            <a:gdLst>
              <a:gd name="textAreaLeft" fmla="*/ 0 w 6120"/>
              <a:gd name="textAreaRight" fmla="*/ 7200 w 6120"/>
              <a:gd name="textAreaTop" fmla="*/ 0 h 486360"/>
              <a:gd name="textAreaBottom" fmla="*/ 487440 h 4863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504000" y="3043800"/>
            <a:ext cx="90705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66;p14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67;p14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Google Shape;68;p14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69;p14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70;p14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66;p14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67;p14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68;p14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Google Shape;69;p14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70;p14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504000" y="3043800"/>
            <a:ext cx="90705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66;p14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67;p14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68;p14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Google Shape;69;p14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70;p14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50400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 type="body"/>
          </p:nvPr>
        </p:nvSpPr>
        <p:spPr>
          <a:xfrm>
            <a:off x="515232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66;p14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67;p14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68;p14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Google Shape;69;p14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70;p14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66;p14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67;p14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68;p14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69;p14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70;p14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66;p14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67;p14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68;p14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Google Shape;69;p14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70;p14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66;p14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Google Shape;67;p14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68;p14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Google Shape;69;p14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70;p14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66;p14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67;p14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68;p14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Google Shape;69;p14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70;p14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66;p14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67;p14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68;p14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Google Shape;69;p14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70;p14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66;p14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Google Shape;67;p14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Google Shape;68;p14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Google Shape;69;p14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Google Shape;70;p14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50400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66;p14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Google Shape;67;p14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Google Shape;68;p14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Google Shape;69;p14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Google Shape;70;p14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body"/>
          </p:nvPr>
        </p:nvSpPr>
        <p:spPr>
          <a:xfrm>
            <a:off x="515232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66;p14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Google Shape;67;p14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Google Shape;68;p14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Google Shape;69;p14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Google Shape;70;p14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body"/>
          </p:nvPr>
        </p:nvSpPr>
        <p:spPr>
          <a:xfrm>
            <a:off x="504000" y="3043800"/>
            <a:ext cx="90705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125;p27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126;p27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127;p27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Google Shape;128;p27"/>
          <p:cNvSpPr/>
          <p:nvPr/>
        </p:nvSpPr>
        <p:spPr>
          <a:xfrm>
            <a:off x="5644080" y="519480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129;p27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Google Shape;130;p27"/>
          <p:cNvSpPr/>
          <p:nvPr/>
        </p:nvSpPr>
        <p:spPr>
          <a:xfrm>
            <a:off x="974160" y="519444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Google Shape;131;p27"/>
          <p:cNvSpPr/>
          <p:nvPr/>
        </p:nvSpPr>
        <p:spPr>
          <a:xfrm>
            <a:off x="4590000" y="491400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Google Shape;132;p27"/>
          <p:cNvSpPr/>
          <p:nvPr/>
        </p:nvSpPr>
        <p:spPr>
          <a:xfrm>
            <a:off x="5055480" y="1037160"/>
            <a:ext cx="9720" cy="3699720"/>
          </a:xfrm>
          <a:custGeom>
            <a:avLst/>
            <a:gdLst>
              <a:gd name="textAreaLeft" fmla="*/ 0 w 9720"/>
              <a:gd name="textAreaRight" fmla="*/ 10800 w 9720"/>
              <a:gd name="textAreaTop" fmla="*/ 0 h 3699720"/>
              <a:gd name="textAreaBottom" fmla="*/ 3700800 h 36997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125;p27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Google Shape;126;p27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127;p27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Google Shape;128;p27"/>
          <p:cNvSpPr/>
          <p:nvPr/>
        </p:nvSpPr>
        <p:spPr>
          <a:xfrm>
            <a:off x="5644080" y="519480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Google Shape;129;p27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Google Shape;130;p27"/>
          <p:cNvSpPr/>
          <p:nvPr/>
        </p:nvSpPr>
        <p:spPr>
          <a:xfrm>
            <a:off x="974160" y="519444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Google Shape;131;p27"/>
          <p:cNvSpPr/>
          <p:nvPr/>
        </p:nvSpPr>
        <p:spPr>
          <a:xfrm>
            <a:off x="4590000" y="491400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Google Shape;132;p27"/>
          <p:cNvSpPr/>
          <p:nvPr/>
        </p:nvSpPr>
        <p:spPr>
          <a:xfrm>
            <a:off x="5055480" y="1037160"/>
            <a:ext cx="9720" cy="3699720"/>
          </a:xfrm>
          <a:custGeom>
            <a:avLst/>
            <a:gdLst>
              <a:gd name="textAreaLeft" fmla="*/ 0 w 9720"/>
              <a:gd name="textAreaRight" fmla="*/ 10800 w 9720"/>
              <a:gd name="textAreaTop" fmla="*/ 0 h 3699720"/>
              <a:gd name="textAreaBottom" fmla="*/ 3700800 h 36997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body"/>
          </p:nvPr>
        </p:nvSpPr>
        <p:spPr>
          <a:xfrm>
            <a:off x="504000" y="3043800"/>
            <a:ext cx="90705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125;p27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Google Shape;126;p27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Google Shape;127;p27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Google Shape;128;p27"/>
          <p:cNvSpPr/>
          <p:nvPr/>
        </p:nvSpPr>
        <p:spPr>
          <a:xfrm>
            <a:off x="5644080" y="519480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29;p27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Google Shape;130;p27"/>
          <p:cNvSpPr/>
          <p:nvPr/>
        </p:nvSpPr>
        <p:spPr>
          <a:xfrm>
            <a:off x="974160" y="519444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131;p27"/>
          <p:cNvSpPr/>
          <p:nvPr/>
        </p:nvSpPr>
        <p:spPr>
          <a:xfrm>
            <a:off x="4590000" y="491400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Google Shape;132;p27"/>
          <p:cNvSpPr/>
          <p:nvPr/>
        </p:nvSpPr>
        <p:spPr>
          <a:xfrm>
            <a:off x="5055480" y="1037160"/>
            <a:ext cx="9720" cy="3699720"/>
          </a:xfrm>
          <a:custGeom>
            <a:avLst/>
            <a:gdLst>
              <a:gd name="textAreaLeft" fmla="*/ 0 w 9720"/>
              <a:gd name="textAreaRight" fmla="*/ 10800 w 9720"/>
              <a:gd name="textAreaTop" fmla="*/ 0 h 3699720"/>
              <a:gd name="textAreaBottom" fmla="*/ 3700800 h 36997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body"/>
          </p:nvPr>
        </p:nvSpPr>
        <p:spPr>
          <a:xfrm>
            <a:off x="50400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 type="body"/>
          </p:nvPr>
        </p:nvSpPr>
        <p:spPr>
          <a:xfrm>
            <a:off x="515232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125;p27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Google Shape;126;p27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127;p27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Google Shape;128;p27"/>
          <p:cNvSpPr/>
          <p:nvPr/>
        </p:nvSpPr>
        <p:spPr>
          <a:xfrm>
            <a:off x="5644080" y="519480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Google Shape;129;p27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Google Shape;130;p27"/>
          <p:cNvSpPr/>
          <p:nvPr/>
        </p:nvSpPr>
        <p:spPr>
          <a:xfrm>
            <a:off x="974160" y="519444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Google Shape;131;p27"/>
          <p:cNvSpPr/>
          <p:nvPr/>
        </p:nvSpPr>
        <p:spPr>
          <a:xfrm>
            <a:off x="4590000" y="491400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Google Shape;132;p27"/>
          <p:cNvSpPr/>
          <p:nvPr/>
        </p:nvSpPr>
        <p:spPr>
          <a:xfrm>
            <a:off x="5055480" y="1037160"/>
            <a:ext cx="9720" cy="3699720"/>
          </a:xfrm>
          <a:custGeom>
            <a:avLst/>
            <a:gdLst>
              <a:gd name="textAreaLeft" fmla="*/ 0 w 9720"/>
              <a:gd name="textAreaRight" fmla="*/ 10800 w 9720"/>
              <a:gd name="textAreaTop" fmla="*/ 0 h 3699720"/>
              <a:gd name="textAreaBottom" fmla="*/ 3700800 h 36997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125;p27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oogle Shape;126;p27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Google Shape;127;p27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Google Shape;128;p27"/>
          <p:cNvSpPr/>
          <p:nvPr/>
        </p:nvSpPr>
        <p:spPr>
          <a:xfrm>
            <a:off x="5644080" y="519480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Google Shape;129;p27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Google Shape;130;p27"/>
          <p:cNvSpPr/>
          <p:nvPr/>
        </p:nvSpPr>
        <p:spPr>
          <a:xfrm>
            <a:off x="974160" y="519444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Google Shape;131;p27"/>
          <p:cNvSpPr/>
          <p:nvPr/>
        </p:nvSpPr>
        <p:spPr>
          <a:xfrm>
            <a:off x="4590000" y="491400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Google Shape;132;p27"/>
          <p:cNvSpPr/>
          <p:nvPr/>
        </p:nvSpPr>
        <p:spPr>
          <a:xfrm>
            <a:off x="5055480" y="1037160"/>
            <a:ext cx="9720" cy="3699720"/>
          </a:xfrm>
          <a:custGeom>
            <a:avLst/>
            <a:gdLst>
              <a:gd name="textAreaLeft" fmla="*/ 0 w 9720"/>
              <a:gd name="textAreaRight" fmla="*/ 10800 w 9720"/>
              <a:gd name="textAreaTop" fmla="*/ 0 h 3699720"/>
              <a:gd name="textAreaBottom" fmla="*/ 3700800 h 36997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125;p27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Google Shape;126;p27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Google Shape;127;p27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Google Shape;128;p27"/>
          <p:cNvSpPr/>
          <p:nvPr/>
        </p:nvSpPr>
        <p:spPr>
          <a:xfrm>
            <a:off x="5644080" y="519480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129;p27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Google Shape;130;p27"/>
          <p:cNvSpPr/>
          <p:nvPr/>
        </p:nvSpPr>
        <p:spPr>
          <a:xfrm>
            <a:off x="974160" y="519444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Google Shape;131;p27"/>
          <p:cNvSpPr/>
          <p:nvPr/>
        </p:nvSpPr>
        <p:spPr>
          <a:xfrm>
            <a:off x="4590000" y="491400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Google Shape;132;p27"/>
          <p:cNvSpPr/>
          <p:nvPr/>
        </p:nvSpPr>
        <p:spPr>
          <a:xfrm>
            <a:off x="5055480" y="1037160"/>
            <a:ext cx="9720" cy="3699720"/>
          </a:xfrm>
          <a:custGeom>
            <a:avLst/>
            <a:gdLst>
              <a:gd name="textAreaLeft" fmla="*/ 0 w 9720"/>
              <a:gd name="textAreaRight" fmla="*/ 10800 w 9720"/>
              <a:gd name="textAreaTop" fmla="*/ 0 h 3699720"/>
              <a:gd name="textAreaBottom" fmla="*/ 3700800 h 36997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125;p27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Google Shape;126;p27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Google Shape;127;p27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Google Shape;128;p27"/>
          <p:cNvSpPr/>
          <p:nvPr/>
        </p:nvSpPr>
        <p:spPr>
          <a:xfrm>
            <a:off x="5644080" y="519480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Google Shape;129;p27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Google Shape;130;p27"/>
          <p:cNvSpPr/>
          <p:nvPr/>
        </p:nvSpPr>
        <p:spPr>
          <a:xfrm>
            <a:off x="974160" y="519444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Google Shape;131;p27"/>
          <p:cNvSpPr/>
          <p:nvPr/>
        </p:nvSpPr>
        <p:spPr>
          <a:xfrm>
            <a:off x="4590000" y="491400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Google Shape;132;p27"/>
          <p:cNvSpPr/>
          <p:nvPr/>
        </p:nvSpPr>
        <p:spPr>
          <a:xfrm>
            <a:off x="5055480" y="1037160"/>
            <a:ext cx="9720" cy="3699720"/>
          </a:xfrm>
          <a:custGeom>
            <a:avLst/>
            <a:gdLst>
              <a:gd name="textAreaLeft" fmla="*/ 0 w 9720"/>
              <a:gd name="textAreaRight" fmla="*/ 10800 w 9720"/>
              <a:gd name="textAreaTop" fmla="*/ 0 h 3699720"/>
              <a:gd name="textAreaBottom" fmla="*/ 3700800 h 36997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125;p27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Google Shape;126;p27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Google Shape;127;p27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Google Shape;128;p27"/>
          <p:cNvSpPr/>
          <p:nvPr/>
        </p:nvSpPr>
        <p:spPr>
          <a:xfrm>
            <a:off x="5644080" y="519480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Google Shape;129;p27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Google Shape;130;p27"/>
          <p:cNvSpPr/>
          <p:nvPr/>
        </p:nvSpPr>
        <p:spPr>
          <a:xfrm>
            <a:off x="974160" y="519444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Google Shape;131;p27"/>
          <p:cNvSpPr/>
          <p:nvPr/>
        </p:nvSpPr>
        <p:spPr>
          <a:xfrm>
            <a:off x="4590000" y="491400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Google Shape;132;p27"/>
          <p:cNvSpPr/>
          <p:nvPr/>
        </p:nvSpPr>
        <p:spPr>
          <a:xfrm>
            <a:off x="5055480" y="1037160"/>
            <a:ext cx="9720" cy="3699720"/>
          </a:xfrm>
          <a:custGeom>
            <a:avLst/>
            <a:gdLst>
              <a:gd name="textAreaLeft" fmla="*/ 0 w 9720"/>
              <a:gd name="textAreaRight" fmla="*/ 10800 w 9720"/>
              <a:gd name="textAreaTop" fmla="*/ 0 h 3699720"/>
              <a:gd name="textAreaBottom" fmla="*/ 3700800 h 36997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125;p27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126;p27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Google Shape;127;p27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Google Shape;128;p27"/>
          <p:cNvSpPr/>
          <p:nvPr/>
        </p:nvSpPr>
        <p:spPr>
          <a:xfrm>
            <a:off x="5644080" y="519480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Google Shape;129;p27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Google Shape;130;p27"/>
          <p:cNvSpPr/>
          <p:nvPr/>
        </p:nvSpPr>
        <p:spPr>
          <a:xfrm>
            <a:off x="974160" y="519444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Google Shape;131;p27"/>
          <p:cNvSpPr/>
          <p:nvPr/>
        </p:nvSpPr>
        <p:spPr>
          <a:xfrm>
            <a:off x="4590000" y="491400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Google Shape;132;p27"/>
          <p:cNvSpPr/>
          <p:nvPr/>
        </p:nvSpPr>
        <p:spPr>
          <a:xfrm>
            <a:off x="5055480" y="1037160"/>
            <a:ext cx="9720" cy="3699720"/>
          </a:xfrm>
          <a:custGeom>
            <a:avLst/>
            <a:gdLst>
              <a:gd name="textAreaLeft" fmla="*/ 0 w 9720"/>
              <a:gd name="textAreaRight" fmla="*/ 10800 w 9720"/>
              <a:gd name="textAreaTop" fmla="*/ 0 h 3699720"/>
              <a:gd name="textAreaBottom" fmla="*/ 3700800 h 36997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125;p27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126;p27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127;p27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Google Shape;128;p27"/>
          <p:cNvSpPr/>
          <p:nvPr/>
        </p:nvSpPr>
        <p:spPr>
          <a:xfrm>
            <a:off x="5644080" y="519480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129;p27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Google Shape;130;p27"/>
          <p:cNvSpPr/>
          <p:nvPr/>
        </p:nvSpPr>
        <p:spPr>
          <a:xfrm>
            <a:off x="974160" y="519444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131;p27"/>
          <p:cNvSpPr/>
          <p:nvPr/>
        </p:nvSpPr>
        <p:spPr>
          <a:xfrm>
            <a:off x="4590000" y="491400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Google Shape;132;p27"/>
          <p:cNvSpPr/>
          <p:nvPr/>
        </p:nvSpPr>
        <p:spPr>
          <a:xfrm>
            <a:off x="5055480" y="1037160"/>
            <a:ext cx="9720" cy="3699720"/>
          </a:xfrm>
          <a:custGeom>
            <a:avLst/>
            <a:gdLst>
              <a:gd name="textAreaLeft" fmla="*/ 0 w 9720"/>
              <a:gd name="textAreaRight" fmla="*/ 10800 w 9720"/>
              <a:gd name="textAreaTop" fmla="*/ 0 h 3699720"/>
              <a:gd name="textAreaBottom" fmla="*/ 3700800 h 36997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body"/>
          </p:nvPr>
        </p:nvSpPr>
        <p:spPr>
          <a:xfrm>
            <a:off x="50400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125;p27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Google Shape;126;p27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Google Shape;127;p27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Google Shape;128;p27"/>
          <p:cNvSpPr/>
          <p:nvPr/>
        </p:nvSpPr>
        <p:spPr>
          <a:xfrm>
            <a:off x="5644080" y="519480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Google Shape;129;p27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Google Shape;130;p27"/>
          <p:cNvSpPr/>
          <p:nvPr/>
        </p:nvSpPr>
        <p:spPr>
          <a:xfrm>
            <a:off x="974160" y="519444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Google Shape;131;p27"/>
          <p:cNvSpPr/>
          <p:nvPr/>
        </p:nvSpPr>
        <p:spPr>
          <a:xfrm>
            <a:off x="4590000" y="491400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Google Shape;132;p27"/>
          <p:cNvSpPr/>
          <p:nvPr/>
        </p:nvSpPr>
        <p:spPr>
          <a:xfrm>
            <a:off x="5055480" y="1037160"/>
            <a:ext cx="9720" cy="3699720"/>
          </a:xfrm>
          <a:custGeom>
            <a:avLst/>
            <a:gdLst>
              <a:gd name="textAreaLeft" fmla="*/ 0 w 9720"/>
              <a:gd name="textAreaRight" fmla="*/ 10800 w 9720"/>
              <a:gd name="textAreaTop" fmla="*/ 0 h 3699720"/>
              <a:gd name="textAreaBottom" fmla="*/ 3700800 h 36997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PlaceHolder 4"/>
          <p:cNvSpPr>
            <a:spLocks noGrp="1"/>
          </p:cNvSpPr>
          <p:nvPr>
            <p:ph type="body"/>
          </p:nvPr>
        </p:nvSpPr>
        <p:spPr>
          <a:xfrm>
            <a:off x="515232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125;p27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Google Shape;126;p27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Google Shape;127;p27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Google Shape;128;p27"/>
          <p:cNvSpPr/>
          <p:nvPr/>
        </p:nvSpPr>
        <p:spPr>
          <a:xfrm>
            <a:off x="5644080" y="519480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Google Shape;129;p27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Google Shape;130;p27"/>
          <p:cNvSpPr/>
          <p:nvPr/>
        </p:nvSpPr>
        <p:spPr>
          <a:xfrm>
            <a:off x="974160" y="5194440"/>
            <a:ext cx="3720960" cy="6120"/>
          </a:xfrm>
          <a:custGeom>
            <a:avLst/>
            <a:gdLst>
              <a:gd name="textAreaLeft" fmla="*/ 0 w 3720960"/>
              <a:gd name="textAreaRight" fmla="*/ 3722040 w 372096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Google Shape;131;p27"/>
          <p:cNvSpPr/>
          <p:nvPr/>
        </p:nvSpPr>
        <p:spPr>
          <a:xfrm>
            <a:off x="4590000" y="491400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Google Shape;132;p27"/>
          <p:cNvSpPr/>
          <p:nvPr/>
        </p:nvSpPr>
        <p:spPr>
          <a:xfrm>
            <a:off x="5055480" y="1037160"/>
            <a:ext cx="9720" cy="3699720"/>
          </a:xfrm>
          <a:custGeom>
            <a:avLst/>
            <a:gdLst>
              <a:gd name="textAreaLeft" fmla="*/ 0 w 9720"/>
              <a:gd name="textAreaRight" fmla="*/ 10800 w 9720"/>
              <a:gd name="textAreaTop" fmla="*/ 0 h 3699720"/>
              <a:gd name="textAreaBottom" fmla="*/ 3700800 h 369972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PlaceHolder 4"/>
          <p:cNvSpPr>
            <a:spLocks noGrp="1"/>
          </p:cNvSpPr>
          <p:nvPr>
            <p:ph type="body"/>
          </p:nvPr>
        </p:nvSpPr>
        <p:spPr>
          <a:xfrm>
            <a:off x="504000" y="3043800"/>
            <a:ext cx="90705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187;p40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188;p40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189;p40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Google Shape;190;p40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191;p40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187;p40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Google Shape;188;p40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Google Shape;189;p40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Google Shape;190;p40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Google Shape;191;p40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body"/>
          </p:nvPr>
        </p:nvSpPr>
        <p:spPr>
          <a:xfrm>
            <a:off x="504000" y="3043800"/>
            <a:ext cx="90705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187;p40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Google Shape;188;p40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Google Shape;189;p40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Google Shape;190;p40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Google Shape;191;p40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PlaceHolder 4"/>
          <p:cNvSpPr>
            <a:spLocks noGrp="1"/>
          </p:cNvSpPr>
          <p:nvPr>
            <p:ph type="body"/>
          </p:nvPr>
        </p:nvSpPr>
        <p:spPr>
          <a:xfrm>
            <a:off x="50400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PlaceHolder 5"/>
          <p:cNvSpPr>
            <a:spLocks noGrp="1"/>
          </p:cNvSpPr>
          <p:nvPr>
            <p:ph type="body"/>
          </p:nvPr>
        </p:nvSpPr>
        <p:spPr>
          <a:xfrm>
            <a:off x="515232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187;p40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Google Shape;188;p40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Google Shape;189;p40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Google Shape;190;p40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Google Shape;191;p40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187;p40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Google Shape;188;p40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189;p40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Google Shape;190;p40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191;p40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187;p40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188;p40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Google Shape;189;p40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Google Shape;190;p40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Google Shape;191;p40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187;p40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Google Shape;188;p40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Google Shape;189;p40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Google Shape;190;p40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Google Shape;191;p40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187;p40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Google Shape;188;p40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Google Shape;189;p40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Google Shape;190;p40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Google Shape;191;p40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187;p40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Google Shape;188;p40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Google Shape;189;p40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Google Shape;190;p40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Google Shape;191;p40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187;p40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Google Shape;188;p40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Google Shape;189;p40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Google Shape;190;p40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Google Shape;191;p40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 type="body"/>
          </p:nvPr>
        </p:nvSpPr>
        <p:spPr>
          <a:xfrm>
            <a:off x="50400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187;p40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Google Shape;188;p40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Google Shape;189;p40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Google Shape;190;p40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Google Shape;191;p40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PlaceHolder 4"/>
          <p:cNvSpPr>
            <a:spLocks noGrp="1"/>
          </p:cNvSpPr>
          <p:nvPr>
            <p:ph type="body"/>
          </p:nvPr>
        </p:nvSpPr>
        <p:spPr>
          <a:xfrm>
            <a:off x="5152320" y="30438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187;p40"/>
          <p:cNvSpPr/>
          <p:nvPr/>
        </p:nvSpPr>
        <p:spPr>
          <a:xfrm>
            <a:off x="20880" y="607320"/>
            <a:ext cx="6118920" cy="16920"/>
          </a:xfrm>
          <a:custGeom>
            <a:avLst/>
            <a:gdLst>
              <a:gd name="textAreaLeft" fmla="*/ 0 w 6118920"/>
              <a:gd name="textAreaRight" fmla="*/ 6120000 w 6118920"/>
              <a:gd name="textAreaTop" fmla="*/ 0 h 16920"/>
              <a:gd name="textAreaBottom" fmla="*/ 18000 h 169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Google Shape;188;p40"/>
          <p:cNvSpPr/>
          <p:nvPr/>
        </p:nvSpPr>
        <p:spPr>
          <a:xfrm>
            <a:off x="4430520" y="840960"/>
            <a:ext cx="5672880" cy="6120"/>
          </a:xfrm>
          <a:custGeom>
            <a:avLst/>
            <a:gdLst>
              <a:gd name="textAreaLeft" fmla="*/ 0 w 5672880"/>
              <a:gd name="textAreaRight" fmla="*/ 5673960 w 567288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Google Shape;189;p40"/>
          <p:cNvSpPr/>
          <p:nvPr/>
        </p:nvSpPr>
        <p:spPr>
          <a:xfrm>
            <a:off x="9819720" y="474480"/>
            <a:ext cx="6120" cy="492120"/>
          </a:xfrm>
          <a:custGeom>
            <a:avLst/>
            <a:gdLst>
              <a:gd name="textAreaLeft" fmla="*/ 0 w 6120"/>
              <a:gd name="textAreaRight" fmla="*/ 7200 w 6120"/>
              <a:gd name="textAreaTop" fmla="*/ 0 h 492120"/>
              <a:gd name="textAreaBottom" fmla="*/ 493200 h 4921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Google Shape;190;p40"/>
          <p:cNvSpPr/>
          <p:nvPr/>
        </p:nvSpPr>
        <p:spPr>
          <a:xfrm>
            <a:off x="1900800" y="5204880"/>
            <a:ext cx="7464240" cy="6120"/>
          </a:xfrm>
          <a:custGeom>
            <a:avLst/>
            <a:gdLst>
              <a:gd name="textAreaLeft" fmla="*/ 0 w 7464240"/>
              <a:gd name="textAreaRight" fmla="*/ 7465320 w 7464240"/>
              <a:gd name="textAreaTop" fmla="*/ 0 h 6120"/>
              <a:gd name="textAreaBottom" fmla="*/ 7200 h 61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Google Shape;191;p40"/>
          <p:cNvSpPr/>
          <p:nvPr/>
        </p:nvSpPr>
        <p:spPr>
          <a:xfrm>
            <a:off x="9259920" y="4917240"/>
            <a:ext cx="6120" cy="348480"/>
          </a:xfrm>
          <a:custGeom>
            <a:avLst/>
            <a:gdLst>
              <a:gd name="textAreaLeft" fmla="*/ 0 w 6120"/>
              <a:gd name="textAreaRight" fmla="*/ 7200 w 6120"/>
              <a:gd name="textAreaTop" fmla="*/ 0 h 348480"/>
              <a:gd name="textAreaBottom" fmla="*/ 349560 h 3484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PlaceHolder 4"/>
          <p:cNvSpPr>
            <a:spLocks noGrp="1"/>
          </p:cNvSpPr>
          <p:nvPr>
            <p:ph type="body"/>
          </p:nvPr>
        </p:nvSpPr>
        <p:spPr>
          <a:xfrm>
            <a:off x="504000" y="3043800"/>
            <a:ext cx="90705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244;p53"/>
          <p:cNvSpPr/>
          <p:nvPr/>
        </p:nvSpPr>
        <p:spPr>
          <a:xfrm>
            <a:off x="228600" y="1600200"/>
            <a:ext cx="89989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Switching Circuit &amp; Logic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Google Shape;245;p53"/>
          <p:cNvSpPr/>
          <p:nvPr/>
        </p:nvSpPr>
        <p:spPr>
          <a:xfrm>
            <a:off x="3983760" y="3200400"/>
            <a:ext cx="21114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Lecture 12 : Recap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250;p54"/>
          <p:cNvSpPr/>
          <p:nvPr/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Number System -- Conversion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Google Shape;251;p54"/>
          <p:cNvSpPr/>
          <p:nvPr/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Convert Decimal to Binary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Convert Hexadecimal to Decimal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Convert Octal to Hexadecimal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Convert Decimal to Octal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256;p55"/>
          <p:cNvSpPr/>
          <p:nvPr/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Number System – Negative numbers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Google Shape;257;p55"/>
          <p:cNvSpPr/>
          <p:nvPr/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Sign Representation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1’s Complement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2’s Complement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262;p56"/>
          <p:cNvSpPr/>
          <p:nvPr/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Boolean Algebra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Google Shape;263;p56"/>
          <p:cNvSpPr/>
          <p:nvPr/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Demorgan’s Law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Reduction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268;p57"/>
          <p:cNvSpPr/>
          <p:nvPr/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Design of Logic Circuit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Google Shape;269;p57"/>
          <p:cNvSpPr/>
          <p:nvPr/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F = AB + A’B’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Implement with NAND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Implement with NOR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274;p58"/>
          <p:cNvSpPr/>
          <p:nvPr/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Design of Logic Circuit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Google Shape;275;p58"/>
          <p:cNvSpPr/>
          <p:nvPr/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F = A’BC + AB’C + A’B’C’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Implement with NAND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Implement with NOR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280;p59"/>
          <p:cNvSpPr/>
          <p:nvPr/>
        </p:nvSpPr>
        <p:spPr>
          <a:xfrm>
            <a:off x="144000" y="72000"/>
            <a:ext cx="95389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Karnaugh Map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Google Shape;281;p59"/>
          <p:cNvSpPr/>
          <p:nvPr/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Reduction with SOP and POS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F = Sigma </a:t>
            </a:r>
            <a:r>
              <a:rPr b="0" lang="en-US" sz="3200" spc="-1" strike="noStrike" baseline="-25000">
                <a:solidFill>
                  <a:srgbClr val="000000"/>
                </a:solidFill>
                <a:latin typeface="Arial"/>
                <a:ea typeface="Arial"/>
              </a:rPr>
              <a:t>m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(0, 2, 4, 6, 7, 8, 10, 12, 13, 15)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2025-11-10T17:18:59Z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