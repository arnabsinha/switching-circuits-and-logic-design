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</p:sldMasterIdLst>
  <p:sldIdLst>
    <p:sldId id="256" r:id="rId51"/>
    <p:sldId id="257" r:id="rId52"/>
    <p:sldId id="258" r:id="rId53"/>
    <p:sldId id="259" r:id="rId54"/>
    <p:sldId id="260" r:id="rId55"/>
    <p:sldId id="261" r:id="rId56"/>
    <p:sldId id="262" r:id="rId57"/>
    <p:sldId id="263" r:id="rId58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" Target="slides/slide1.xml"/><Relationship Id="rId52" Type="http://schemas.openxmlformats.org/officeDocument/2006/relationships/slide" Target="slides/slide2.xml"/><Relationship Id="rId53" Type="http://schemas.openxmlformats.org/officeDocument/2006/relationships/slide" Target="slides/slide3.xml"/><Relationship Id="rId54" Type="http://schemas.openxmlformats.org/officeDocument/2006/relationships/slide" Target="slides/slide4.xml"/><Relationship Id="rId55" Type="http://schemas.openxmlformats.org/officeDocument/2006/relationships/slide" Target="slides/slide5.xml"/><Relationship Id="rId56" Type="http://schemas.openxmlformats.org/officeDocument/2006/relationships/slide" Target="slides/slide6.xml"/><Relationship Id="rId57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3280" y="304092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4764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514764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503280" y="304092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514764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514764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03280" y="304092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/>
          </p:nvPr>
        </p:nvSpPr>
        <p:spPr>
          <a:xfrm>
            <a:off x="514764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/>
          </p:nvPr>
        </p:nvSpPr>
        <p:spPr>
          <a:xfrm>
            <a:off x="514764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503280" y="304092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514764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5147640" y="304092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/>
          </p:nvPr>
        </p:nvSpPr>
        <p:spPr>
          <a:xfrm>
            <a:off x="5147640" y="1325880"/>
            <a:ext cx="442296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/>
          </p:nvPr>
        </p:nvSpPr>
        <p:spPr>
          <a:xfrm>
            <a:off x="503280" y="3040920"/>
            <a:ext cx="9063720" cy="15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3280" y="304092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4764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14764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8;p1"/>
          <p:cNvSpPr/>
          <p:nvPr/>
        </p:nvSpPr>
        <p:spPr>
          <a:xfrm>
            <a:off x="4102200" y="4894560"/>
            <a:ext cx="43858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9;p1"/>
          <p:cNvSpPr/>
          <p:nvPr/>
        </p:nvSpPr>
        <p:spPr>
          <a:xfrm>
            <a:off x="25200" y="462744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0;p1"/>
          <p:cNvSpPr/>
          <p:nvPr/>
        </p:nvSpPr>
        <p:spPr>
          <a:xfrm>
            <a:off x="3857400" y="5322960"/>
            <a:ext cx="6233400" cy="2880"/>
          </a:xfrm>
          <a:custGeom>
            <a:avLst/>
            <a:gdLst>
              <a:gd name="textAreaLeft" fmla="*/ 0 w 6233400"/>
              <a:gd name="textAreaRight" fmla="*/ 6237720 w 623340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1;p1"/>
          <p:cNvSpPr/>
          <p:nvPr/>
        </p:nvSpPr>
        <p:spPr>
          <a:xfrm>
            <a:off x="4043160" y="4943520"/>
            <a:ext cx="2880" cy="483120"/>
          </a:xfrm>
          <a:custGeom>
            <a:avLst/>
            <a:gdLst>
              <a:gd name="textAreaLeft" fmla="*/ 0 w 2880"/>
              <a:gd name="textAreaRight" fmla="*/ 7200 w 2880"/>
              <a:gd name="textAreaTop" fmla="*/ 0 h 483120"/>
              <a:gd name="textAreaBottom" fmla="*/ 487440 h 4831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503280" y="304092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514764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514764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66;p14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67;p14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68;p14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69;p14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70;p14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03280" y="304092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514764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body"/>
          </p:nvPr>
        </p:nvSpPr>
        <p:spPr>
          <a:xfrm>
            <a:off x="514764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125;p27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126;p27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127;p27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Google Shape;128;p27"/>
          <p:cNvSpPr/>
          <p:nvPr/>
        </p:nvSpPr>
        <p:spPr>
          <a:xfrm>
            <a:off x="1899720" y="5203440"/>
            <a:ext cx="7458120" cy="2880"/>
          </a:xfrm>
          <a:custGeom>
            <a:avLst/>
            <a:gdLst>
              <a:gd name="textAreaLeft" fmla="*/ 0 w 7458120"/>
              <a:gd name="textAreaRight" fmla="*/ 7462440 w 745812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129;p27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503280" y="304092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li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tl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x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514764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li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tl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x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 type="body"/>
          </p:nvPr>
        </p:nvSpPr>
        <p:spPr>
          <a:xfrm>
            <a:off x="5147640" y="304092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184;p40"/>
          <p:cNvSpPr/>
          <p:nvPr/>
        </p:nvSpPr>
        <p:spPr>
          <a:xfrm>
            <a:off x="20160" y="606600"/>
            <a:ext cx="6113520" cy="13680"/>
          </a:xfrm>
          <a:custGeom>
            <a:avLst/>
            <a:gdLst>
              <a:gd name="textAreaLeft" fmla="*/ 0 w 6113520"/>
              <a:gd name="textAreaRight" fmla="*/ 6117840 w 6113520"/>
              <a:gd name="textAreaTop" fmla="*/ 0 h 13680"/>
              <a:gd name="textAreaBottom" fmla="*/ 18000 h 136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185;p40"/>
          <p:cNvSpPr/>
          <p:nvPr/>
        </p:nvSpPr>
        <p:spPr>
          <a:xfrm>
            <a:off x="4428720" y="840240"/>
            <a:ext cx="5667480" cy="2880"/>
          </a:xfrm>
          <a:custGeom>
            <a:avLst/>
            <a:gdLst>
              <a:gd name="textAreaLeft" fmla="*/ 0 w 5667480"/>
              <a:gd name="textAreaRight" fmla="*/ 5671800 w 56674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Google Shape;186;p40"/>
          <p:cNvSpPr/>
          <p:nvPr/>
        </p:nvSpPr>
        <p:spPr>
          <a:xfrm>
            <a:off x="9815760" y="473760"/>
            <a:ext cx="2880" cy="488880"/>
          </a:xfrm>
          <a:custGeom>
            <a:avLst/>
            <a:gdLst>
              <a:gd name="textAreaLeft" fmla="*/ 0 w 2880"/>
              <a:gd name="textAreaRight" fmla="*/ 7200 w 2880"/>
              <a:gd name="textAreaTop" fmla="*/ 0 h 488880"/>
              <a:gd name="textAreaBottom" fmla="*/ 493200 h 4888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Google Shape;187;p40"/>
          <p:cNvSpPr/>
          <p:nvPr/>
        </p:nvSpPr>
        <p:spPr>
          <a:xfrm>
            <a:off x="5641200" y="519336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188;p40"/>
          <p:cNvSpPr/>
          <p:nvPr/>
        </p:nvSpPr>
        <p:spPr>
          <a:xfrm>
            <a:off x="9255960" y="491580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Google Shape;189;p40"/>
          <p:cNvSpPr/>
          <p:nvPr/>
        </p:nvSpPr>
        <p:spPr>
          <a:xfrm>
            <a:off x="973440" y="5193000"/>
            <a:ext cx="3716280" cy="2880"/>
          </a:xfrm>
          <a:custGeom>
            <a:avLst/>
            <a:gdLst>
              <a:gd name="textAreaLeft" fmla="*/ 0 w 3716280"/>
              <a:gd name="textAreaRight" fmla="*/ 3720600 w 3716280"/>
              <a:gd name="textAreaTop" fmla="*/ 0 h 2880"/>
              <a:gd name="textAreaBottom" fmla="*/ 7200 h 28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190;p40"/>
          <p:cNvSpPr/>
          <p:nvPr/>
        </p:nvSpPr>
        <p:spPr>
          <a:xfrm>
            <a:off x="4587840" y="4912560"/>
            <a:ext cx="2880" cy="345240"/>
          </a:xfrm>
          <a:custGeom>
            <a:avLst/>
            <a:gdLst>
              <a:gd name="textAreaLeft" fmla="*/ 0 w 2880"/>
              <a:gd name="textAreaRight" fmla="*/ 7200 w 2880"/>
              <a:gd name="textAreaTop" fmla="*/ 0 h 345240"/>
              <a:gd name="textAreaBottom" fmla="*/ 349560 h 3452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Google Shape;191;p40"/>
          <p:cNvSpPr/>
          <p:nvPr/>
        </p:nvSpPr>
        <p:spPr>
          <a:xfrm>
            <a:off x="5052960" y="1036440"/>
            <a:ext cx="6480" cy="3695760"/>
          </a:xfrm>
          <a:custGeom>
            <a:avLst/>
            <a:gdLst>
              <a:gd name="textAreaLeft" fmla="*/ 0 w 6480"/>
              <a:gd name="textAreaRight" fmla="*/ 10800 w 6480"/>
              <a:gd name="textAreaTop" fmla="*/ 0 h 3695760"/>
              <a:gd name="textAreaBottom" fmla="*/ 3700080 h 36957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x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body"/>
          </p:nvPr>
        </p:nvSpPr>
        <p:spPr>
          <a:xfrm>
            <a:off x="5147640" y="1325880"/>
            <a:ext cx="442260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body"/>
          </p:nvPr>
        </p:nvSpPr>
        <p:spPr>
          <a:xfrm>
            <a:off x="503280" y="3040920"/>
            <a:ext cx="9063720" cy="156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244;p53"/>
          <p:cNvSpPr/>
          <p:nvPr/>
        </p:nvSpPr>
        <p:spPr>
          <a:xfrm>
            <a:off x="227880" y="1599480"/>
            <a:ext cx="8992080" cy="6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Switching Circuit &amp; Logic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245;p53"/>
          <p:cNvSpPr/>
          <p:nvPr/>
        </p:nvSpPr>
        <p:spPr>
          <a:xfrm>
            <a:off x="3735000" y="3198960"/>
            <a:ext cx="26064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Lecture 19 : Programmable Logic Devices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Programmable Logic Devices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PROM – Programmable Read Only Memory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PLA – Programmable Logic Array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PAL – Programmable Array Logic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Advantages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3720" cy="328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 lnSpcReduction="10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Low development cost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Less space requirement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Less power requirement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High reliability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Easy circuit testing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Easy design modification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High design security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Less design time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High switching speed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y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1828800" y="1600200"/>
            <a:ext cx="1142640" cy="25142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5 x 32 decoder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1143000" y="2057400"/>
            <a:ext cx="6858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1143360" y="2345400"/>
            <a:ext cx="6858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1143720" y="2633400"/>
            <a:ext cx="6858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1144080" y="2921400"/>
            <a:ext cx="6858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1144440" y="3245400"/>
            <a:ext cx="6858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2984400" y="1600200"/>
            <a:ext cx="456840" cy="25142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28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29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30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31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3441600" y="1744200"/>
            <a:ext cx="5245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3441600" y="1960200"/>
            <a:ext cx="5245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3441600" y="2176200"/>
            <a:ext cx="5245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3441600" y="2392200"/>
            <a:ext cx="5245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3441600" y="3328200"/>
            <a:ext cx="5245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3441600" y="3544200"/>
            <a:ext cx="5245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3441600" y="3760200"/>
            <a:ext cx="5245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3441600" y="3976200"/>
            <a:ext cx="5245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3886200" y="1371600"/>
            <a:ext cx="360" cy="2971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4534200" y="1371960"/>
            <a:ext cx="360" cy="2971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5218200" y="1372320"/>
            <a:ext cx="360" cy="2971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5902200" y="1372680"/>
            <a:ext cx="360" cy="2971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6586200" y="1373040"/>
            <a:ext cx="360" cy="2971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7270200" y="1373400"/>
            <a:ext cx="360" cy="2971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7990200" y="1373760"/>
            <a:ext cx="360" cy="2971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8710200" y="1374120"/>
            <a:ext cx="360" cy="2971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27" name=""/>
          <p:cNvGrpSpPr/>
          <p:nvPr/>
        </p:nvGrpSpPr>
        <p:grpSpPr>
          <a:xfrm>
            <a:off x="3560040" y="4246920"/>
            <a:ext cx="596880" cy="314280"/>
            <a:chOff x="3560040" y="4246920"/>
            <a:chExt cx="596880" cy="314280"/>
          </a:xfrm>
        </p:grpSpPr>
        <p:sp>
          <p:nvSpPr>
            <p:cNvPr id="528" name=""/>
            <p:cNvSpPr/>
            <p:nvPr/>
          </p:nvSpPr>
          <p:spPr>
            <a:xfrm>
              <a:off x="3560040" y="4251240"/>
              <a:ext cx="596880" cy="77400"/>
            </a:xfrm>
            <a:custGeom>
              <a:avLst/>
              <a:gdLst>
                <a:gd name="textAreaLeft" fmla="*/ 0 w 596880"/>
                <a:gd name="textAreaRight" fmla="*/ 597240 w 596880"/>
                <a:gd name="textAreaTop" fmla="*/ 0 h 77400"/>
                <a:gd name="textAreaBottom" fmla="*/ 77760 h 77400"/>
              </a:gdLst>
              <a:ahLst/>
              <a:rect l="textAreaLeft" t="textAreaTop" r="textAreaRight" b="textAreaBottom"/>
              <a:pathLst>
                <a:path fill="none" w="1659" h="216">
                  <a:moveTo>
                    <a:pt x="1659" y="27"/>
                  </a:moveTo>
                  <a:cubicBezTo>
                    <a:pt x="817" y="467"/>
                    <a:pt x="0" y="0"/>
                    <a:pt x="0" y="0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9" name=""/>
            <p:cNvSpPr/>
            <p:nvPr/>
          </p:nvSpPr>
          <p:spPr>
            <a:xfrm>
              <a:off x="3560400" y="4246920"/>
              <a:ext cx="596520" cy="314280"/>
            </a:xfrm>
            <a:custGeom>
              <a:avLst/>
              <a:gdLst>
                <a:gd name="textAreaLeft" fmla="*/ 0 w 596520"/>
                <a:gd name="textAreaRight" fmla="*/ 596880 w 596520"/>
                <a:gd name="textAreaTop" fmla="*/ 0 h 314280"/>
                <a:gd name="textAreaBottom" fmla="*/ 314640 h 314280"/>
              </a:gdLst>
              <a:ahLst/>
              <a:rect l="textAreaLeft" t="textAreaTop" r="textAreaRight" b="textAreaBottom"/>
              <a:pathLst>
                <a:path fill="none" w="1658" h="874">
                  <a:moveTo>
                    <a:pt x="0" y="0"/>
                  </a:moveTo>
                  <a:cubicBezTo>
                    <a:pt x="1006" y="1944"/>
                    <a:pt x="1658" y="39"/>
                    <a:pt x="1658" y="39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0" name=""/>
          <p:cNvGrpSpPr/>
          <p:nvPr/>
        </p:nvGrpSpPr>
        <p:grpSpPr>
          <a:xfrm>
            <a:off x="4208400" y="4282920"/>
            <a:ext cx="596880" cy="314280"/>
            <a:chOff x="4208400" y="4282920"/>
            <a:chExt cx="596880" cy="314280"/>
          </a:xfrm>
        </p:grpSpPr>
        <p:sp>
          <p:nvSpPr>
            <p:cNvPr id="531" name=""/>
            <p:cNvSpPr/>
            <p:nvPr/>
          </p:nvSpPr>
          <p:spPr>
            <a:xfrm>
              <a:off x="4208400" y="4287240"/>
              <a:ext cx="596880" cy="77400"/>
            </a:xfrm>
            <a:custGeom>
              <a:avLst/>
              <a:gdLst>
                <a:gd name="textAreaLeft" fmla="*/ 0 w 596880"/>
                <a:gd name="textAreaRight" fmla="*/ 597240 w 596880"/>
                <a:gd name="textAreaTop" fmla="*/ 0 h 77400"/>
                <a:gd name="textAreaBottom" fmla="*/ 77760 h 77400"/>
              </a:gdLst>
              <a:ahLst/>
              <a:rect l="textAreaLeft" t="textAreaTop" r="textAreaRight" b="textAreaBottom"/>
              <a:pathLst>
                <a:path fill="none" w="1659" h="216">
                  <a:moveTo>
                    <a:pt x="1659" y="27"/>
                  </a:moveTo>
                  <a:cubicBezTo>
                    <a:pt x="817" y="467"/>
                    <a:pt x="0" y="0"/>
                    <a:pt x="0" y="0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2" name=""/>
            <p:cNvSpPr/>
            <p:nvPr/>
          </p:nvSpPr>
          <p:spPr>
            <a:xfrm>
              <a:off x="4208760" y="4282920"/>
              <a:ext cx="596520" cy="314280"/>
            </a:xfrm>
            <a:custGeom>
              <a:avLst/>
              <a:gdLst>
                <a:gd name="textAreaLeft" fmla="*/ 0 w 596520"/>
                <a:gd name="textAreaRight" fmla="*/ 596880 w 596520"/>
                <a:gd name="textAreaTop" fmla="*/ 0 h 314280"/>
                <a:gd name="textAreaBottom" fmla="*/ 314640 h 314280"/>
              </a:gdLst>
              <a:ahLst/>
              <a:rect l="textAreaLeft" t="textAreaTop" r="textAreaRight" b="textAreaBottom"/>
              <a:pathLst>
                <a:path fill="none" w="1658" h="874">
                  <a:moveTo>
                    <a:pt x="0" y="0"/>
                  </a:moveTo>
                  <a:cubicBezTo>
                    <a:pt x="1006" y="1944"/>
                    <a:pt x="1658" y="39"/>
                    <a:pt x="1658" y="39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3" name=""/>
          <p:cNvGrpSpPr/>
          <p:nvPr/>
        </p:nvGrpSpPr>
        <p:grpSpPr>
          <a:xfrm>
            <a:off x="4892760" y="4282920"/>
            <a:ext cx="596880" cy="314280"/>
            <a:chOff x="4892760" y="4282920"/>
            <a:chExt cx="596880" cy="314280"/>
          </a:xfrm>
        </p:grpSpPr>
        <p:sp>
          <p:nvSpPr>
            <p:cNvPr id="534" name=""/>
            <p:cNvSpPr/>
            <p:nvPr/>
          </p:nvSpPr>
          <p:spPr>
            <a:xfrm>
              <a:off x="4892760" y="4287240"/>
              <a:ext cx="596880" cy="77400"/>
            </a:xfrm>
            <a:custGeom>
              <a:avLst/>
              <a:gdLst>
                <a:gd name="textAreaLeft" fmla="*/ 0 w 596880"/>
                <a:gd name="textAreaRight" fmla="*/ 597240 w 596880"/>
                <a:gd name="textAreaTop" fmla="*/ 0 h 77400"/>
                <a:gd name="textAreaBottom" fmla="*/ 77760 h 77400"/>
              </a:gdLst>
              <a:ahLst/>
              <a:rect l="textAreaLeft" t="textAreaTop" r="textAreaRight" b="textAreaBottom"/>
              <a:pathLst>
                <a:path fill="none" w="1659" h="216">
                  <a:moveTo>
                    <a:pt x="1659" y="27"/>
                  </a:moveTo>
                  <a:cubicBezTo>
                    <a:pt x="817" y="467"/>
                    <a:pt x="0" y="0"/>
                    <a:pt x="0" y="0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5" name=""/>
            <p:cNvSpPr/>
            <p:nvPr/>
          </p:nvSpPr>
          <p:spPr>
            <a:xfrm>
              <a:off x="4893120" y="4282920"/>
              <a:ext cx="596520" cy="314280"/>
            </a:xfrm>
            <a:custGeom>
              <a:avLst/>
              <a:gdLst>
                <a:gd name="textAreaLeft" fmla="*/ 0 w 596520"/>
                <a:gd name="textAreaRight" fmla="*/ 596880 w 596520"/>
                <a:gd name="textAreaTop" fmla="*/ 0 h 314280"/>
                <a:gd name="textAreaBottom" fmla="*/ 314640 h 314280"/>
              </a:gdLst>
              <a:ahLst/>
              <a:rect l="textAreaLeft" t="textAreaTop" r="textAreaRight" b="textAreaBottom"/>
              <a:pathLst>
                <a:path fill="none" w="1658" h="874">
                  <a:moveTo>
                    <a:pt x="0" y="0"/>
                  </a:moveTo>
                  <a:cubicBezTo>
                    <a:pt x="1006" y="1944"/>
                    <a:pt x="1658" y="39"/>
                    <a:pt x="1658" y="39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6" name=""/>
          <p:cNvGrpSpPr/>
          <p:nvPr/>
        </p:nvGrpSpPr>
        <p:grpSpPr>
          <a:xfrm>
            <a:off x="5577120" y="4282920"/>
            <a:ext cx="596880" cy="314280"/>
            <a:chOff x="5577120" y="4282920"/>
            <a:chExt cx="596880" cy="314280"/>
          </a:xfrm>
        </p:grpSpPr>
        <p:sp>
          <p:nvSpPr>
            <p:cNvPr id="537" name=""/>
            <p:cNvSpPr/>
            <p:nvPr/>
          </p:nvSpPr>
          <p:spPr>
            <a:xfrm>
              <a:off x="5577120" y="4287240"/>
              <a:ext cx="596880" cy="77400"/>
            </a:xfrm>
            <a:custGeom>
              <a:avLst/>
              <a:gdLst>
                <a:gd name="textAreaLeft" fmla="*/ 0 w 596880"/>
                <a:gd name="textAreaRight" fmla="*/ 597240 w 596880"/>
                <a:gd name="textAreaTop" fmla="*/ 0 h 77400"/>
                <a:gd name="textAreaBottom" fmla="*/ 77760 h 77400"/>
              </a:gdLst>
              <a:ahLst/>
              <a:rect l="textAreaLeft" t="textAreaTop" r="textAreaRight" b="textAreaBottom"/>
              <a:pathLst>
                <a:path fill="none" w="1659" h="216">
                  <a:moveTo>
                    <a:pt x="1659" y="27"/>
                  </a:moveTo>
                  <a:cubicBezTo>
                    <a:pt x="817" y="467"/>
                    <a:pt x="0" y="0"/>
                    <a:pt x="0" y="0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8" name=""/>
            <p:cNvSpPr/>
            <p:nvPr/>
          </p:nvSpPr>
          <p:spPr>
            <a:xfrm>
              <a:off x="5577480" y="4282920"/>
              <a:ext cx="596520" cy="314280"/>
            </a:xfrm>
            <a:custGeom>
              <a:avLst/>
              <a:gdLst>
                <a:gd name="textAreaLeft" fmla="*/ 0 w 596520"/>
                <a:gd name="textAreaRight" fmla="*/ 596880 w 596520"/>
                <a:gd name="textAreaTop" fmla="*/ 0 h 314280"/>
                <a:gd name="textAreaBottom" fmla="*/ 314640 h 314280"/>
              </a:gdLst>
              <a:ahLst/>
              <a:rect l="textAreaLeft" t="textAreaTop" r="textAreaRight" b="textAreaBottom"/>
              <a:pathLst>
                <a:path fill="none" w="1658" h="874">
                  <a:moveTo>
                    <a:pt x="0" y="0"/>
                  </a:moveTo>
                  <a:cubicBezTo>
                    <a:pt x="1006" y="1944"/>
                    <a:pt x="1658" y="39"/>
                    <a:pt x="1658" y="39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9" name=""/>
          <p:cNvGrpSpPr/>
          <p:nvPr/>
        </p:nvGrpSpPr>
        <p:grpSpPr>
          <a:xfrm>
            <a:off x="6261480" y="4282920"/>
            <a:ext cx="596880" cy="314280"/>
            <a:chOff x="6261480" y="4282920"/>
            <a:chExt cx="596880" cy="314280"/>
          </a:xfrm>
        </p:grpSpPr>
        <p:sp>
          <p:nvSpPr>
            <p:cNvPr id="540" name=""/>
            <p:cNvSpPr/>
            <p:nvPr/>
          </p:nvSpPr>
          <p:spPr>
            <a:xfrm>
              <a:off x="6261480" y="4287240"/>
              <a:ext cx="596880" cy="77400"/>
            </a:xfrm>
            <a:custGeom>
              <a:avLst/>
              <a:gdLst>
                <a:gd name="textAreaLeft" fmla="*/ 0 w 596880"/>
                <a:gd name="textAreaRight" fmla="*/ 597240 w 596880"/>
                <a:gd name="textAreaTop" fmla="*/ 0 h 77400"/>
                <a:gd name="textAreaBottom" fmla="*/ 77760 h 77400"/>
              </a:gdLst>
              <a:ahLst/>
              <a:rect l="textAreaLeft" t="textAreaTop" r="textAreaRight" b="textAreaBottom"/>
              <a:pathLst>
                <a:path fill="none" w="1659" h="216">
                  <a:moveTo>
                    <a:pt x="1659" y="27"/>
                  </a:moveTo>
                  <a:cubicBezTo>
                    <a:pt x="817" y="467"/>
                    <a:pt x="0" y="0"/>
                    <a:pt x="0" y="0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1" name=""/>
            <p:cNvSpPr/>
            <p:nvPr/>
          </p:nvSpPr>
          <p:spPr>
            <a:xfrm>
              <a:off x="6261840" y="4282920"/>
              <a:ext cx="596520" cy="314280"/>
            </a:xfrm>
            <a:custGeom>
              <a:avLst/>
              <a:gdLst>
                <a:gd name="textAreaLeft" fmla="*/ 0 w 596520"/>
                <a:gd name="textAreaRight" fmla="*/ 596880 w 596520"/>
                <a:gd name="textAreaTop" fmla="*/ 0 h 314280"/>
                <a:gd name="textAreaBottom" fmla="*/ 314640 h 314280"/>
              </a:gdLst>
              <a:ahLst/>
              <a:rect l="textAreaLeft" t="textAreaTop" r="textAreaRight" b="textAreaBottom"/>
              <a:pathLst>
                <a:path fill="none" w="1658" h="874">
                  <a:moveTo>
                    <a:pt x="0" y="0"/>
                  </a:moveTo>
                  <a:cubicBezTo>
                    <a:pt x="1006" y="1944"/>
                    <a:pt x="1658" y="39"/>
                    <a:pt x="1658" y="39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2" name=""/>
          <p:cNvGrpSpPr/>
          <p:nvPr/>
        </p:nvGrpSpPr>
        <p:grpSpPr>
          <a:xfrm>
            <a:off x="6947640" y="4282920"/>
            <a:ext cx="596880" cy="314280"/>
            <a:chOff x="6947640" y="4282920"/>
            <a:chExt cx="596880" cy="314280"/>
          </a:xfrm>
        </p:grpSpPr>
        <p:sp>
          <p:nvSpPr>
            <p:cNvPr id="543" name=""/>
            <p:cNvSpPr/>
            <p:nvPr/>
          </p:nvSpPr>
          <p:spPr>
            <a:xfrm>
              <a:off x="6947640" y="4287240"/>
              <a:ext cx="596880" cy="77400"/>
            </a:xfrm>
            <a:custGeom>
              <a:avLst/>
              <a:gdLst>
                <a:gd name="textAreaLeft" fmla="*/ 0 w 596880"/>
                <a:gd name="textAreaRight" fmla="*/ 597240 w 596880"/>
                <a:gd name="textAreaTop" fmla="*/ 0 h 77400"/>
                <a:gd name="textAreaBottom" fmla="*/ 77760 h 77400"/>
              </a:gdLst>
              <a:ahLst/>
              <a:rect l="textAreaLeft" t="textAreaTop" r="textAreaRight" b="textAreaBottom"/>
              <a:pathLst>
                <a:path fill="none" w="1659" h="216">
                  <a:moveTo>
                    <a:pt x="1659" y="27"/>
                  </a:moveTo>
                  <a:cubicBezTo>
                    <a:pt x="817" y="467"/>
                    <a:pt x="0" y="0"/>
                    <a:pt x="0" y="0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4" name=""/>
            <p:cNvSpPr/>
            <p:nvPr/>
          </p:nvSpPr>
          <p:spPr>
            <a:xfrm>
              <a:off x="6948000" y="4282920"/>
              <a:ext cx="596520" cy="314280"/>
            </a:xfrm>
            <a:custGeom>
              <a:avLst/>
              <a:gdLst>
                <a:gd name="textAreaLeft" fmla="*/ 0 w 596520"/>
                <a:gd name="textAreaRight" fmla="*/ 596880 w 596520"/>
                <a:gd name="textAreaTop" fmla="*/ 0 h 314280"/>
                <a:gd name="textAreaBottom" fmla="*/ 314640 h 314280"/>
              </a:gdLst>
              <a:ahLst/>
              <a:rect l="textAreaLeft" t="textAreaTop" r="textAreaRight" b="textAreaBottom"/>
              <a:pathLst>
                <a:path fill="none" w="1658" h="874">
                  <a:moveTo>
                    <a:pt x="0" y="0"/>
                  </a:moveTo>
                  <a:cubicBezTo>
                    <a:pt x="1006" y="1944"/>
                    <a:pt x="1658" y="39"/>
                    <a:pt x="1658" y="39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5" name=""/>
          <p:cNvGrpSpPr/>
          <p:nvPr/>
        </p:nvGrpSpPr>
        <p:grpSpPr>
          <a:xfrm>
            <a:off x="7668000" y="4282920"/>
            <a:ext cx="596880" cy="314280"/>
            <a:chOff x="7668000" y="4282920"/>
            <a:chExt cx="596880" cy="314280"/>
          </a:xfrm>
        </p:grpSpPr>
        <p:sp>
          <p:nvSpPr>
            <p:cNvPr id="546" name=""/>
            <p:cNvSpPr/>
            <p:nvPr/>
          </p:nvSpPr>
          <p:spPr>
            <a:xfrm>
              <a:off x="7668000" y="4287240"/>
              <a:ext cx="596880" cy="77400"/>
            </a:xfrm>
            <a:custGeom>
              <a:avLst/>
              <a:gdLst>
                <a:gd name="textAreaLeft" fmla="*/ 0 w 596880"/>
                <a:gd name="textAreaRight" fmla="*/ 597240 w 596880"/>
                <a:gd name="textAreaTop" fmla="*/ 0 h 77400"/>
                <a:gd name="textAreaBottom" fmla="*/ 77760 h 77400"/>
              </a:gdLst>
              <a:ahLst/>
              <a:rect l="textAreaLeft" t="textAreaTop" r="textAreaRight" b="textAreaBottom"/>
              <a:pathLst>
                <a:path fill="none" w="1659" h="216">
                  <a:moveTo>
                    <a:pt x="1659" y="27"/>
                  </a:moveTo>
                  <a:cubicBezTo>
                    <a:pt x="817" y="467"/>
                    <a:pt x="0" y="0"/>
                    <a:pt x="0" y="0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7" name=""/>
            <p:cNvSpPr/>
            <p:nvPr/>
          </p:nvSpPr>
          <p:spPr>
            <a:xfrm>
              <a:off x="7668360" y="4282920"/>
              <a:ext cx="596520" cy="314280"/>
            </a:xfrm>
            <a:custGeom>
              <a:avLst/>
              <a:gdLst>
                <a:gd name="textAreaLeft" fmla="*/ 0 w 596520"/>
                <a:gd name="textAreaRight" fmla="*/ 596880 w 596520"/>
                <a:gd name="textAreaTop" fmla="*/ 0 h 314280"/>
                <a:gd name="textAreaBottom" fmla="*/ 314640 h 314280"/>
              </a:gdLst>
              <a:ahLst/>
              <a:rect l="textAreaLeft" t="textAreaTop" r="textAreaRight" b="textAreaBottom"/>
              <a:pathLst>
                <a:path fill="none" w="1658" h="874">
                  <a:moveTo>
                    <a:pt x="0" y="0"/>
                  </a:moveTo>
                  <a:cubicBezTo>
                    <a:pt x="1006" y="1944"/>
                    <a:pt x="1658" y="39"/>
                    <a:pt x="1658" y="39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8" name=""/>
          <p:cNvGrpSpPr/>
          <p:nvPr/>
        </p:nvGrpSpPr>
        <p:grpSpPr>
          <a:xfrm>
            <a:off x="8388360" y="4282920"/>
            <a:ext cx="596880" cy="314280"/>
            <a:chOff x="8388360" y="4282920"/>
            <a:chExt cx="596880" cy="314280"/>
          </a:xfrm>
        </p:grpSpPr>
        <p:sp>
          <p:nvSpPr>
            <p:cNvPr id="549" name=""/>
            <p:cNvSpPr/>
            <p:nvPr/>
          </p:nvSpPr>
          <p:spPr>
            <a:xfrm>
              <a:off x="8388360" y="4287240"/>
              <a:ext cx="596880" cy="77400"/>
            </a:xfrm>
            <a:custGeom>
              <a:avLst/>
              <a:gdLst>
                <a:gd name="textAreaLeft" fmla="*/ 0 w 596880"/>
                <a:gd name="textAreaRight" fmla="*/ 597240 w 596880"/>
                <a:gd name="textAreaTop" fmla="*/ 0 h 77400"/>
                <a:gd name="textAreaBottom" fmla="*/ 77760 h 77400"/>
              </a:gdLst>
              <a:ahLst/>
              <a:rect l="textAreaLeft" t="textAreaTop" r="textAreaRight" b="textAreaBottom"/>
              <a:pathLst>
                <a:path fill="none" w="1659" h="216">
                  <a:moveTo>
                    <a:pt x="1659" y="27"/>
                  </a:moveTo>
                  <a:cubicBezTo>
                    <a:pt x="817" y="467"/>
                    <a:pt x="0" y="0"/>
                    <a:pt x="0" y="0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0" name=""/>
            <p:cNvSpPr/>
            <p:nvPr/>
          </p:nvSpPr>
          <p:spPr>
            <a:xfrm>
              <a:off x="8388720" y="4282920"/>
              <a:ext cx="596520" cy="314280"/>
            </a:xfrm>
            <a:custGeom>
              <a:avLst/>
              <a:gdLst>
                <a:gd name="textAreaLeft" fmla="*/ 0 w 596520"/>
                <a:gd name="textAreaRight" fmla="*/ 596880 w 596520"/>
                <a:gd name="textAreaTop" fmla="*/ 0 h 314280"/>
                <a:gd name="textAreaBottom" fmla="*/ 314640 h 314280"/>
              </a:gdLst>
              <a:ahLst/>
              <a:rect l="textAreaLeft" t="textAreaTop" r="textAreaRight" b="textAreaBottom"/>
              <a:pathLst>
                <a:path fill="none" w="1658" h="874">
                  <a:moveTo>
                    <a:pt x="0" y="0"/>
                  </a:moveTo>
                  <a:cubicBezTo>
                    <a:pt x="1006" y="1944"/>
                    <a:pt x="1658" y="39"/>
                    <a:pt x="1658" y="39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51" name=""/>
          <p:cNvSpPr/>
          <p:nvPr/>
        </p:nvSpPr>
        <p:spPr>
          <a:xfrm>
            <a:off x="3886200" y="4561560"/>
            <a:ext cx="360" cy="23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4534200" y="4597560"/>
            <a:ext cx="360" cy="23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5218200" y="4597560"/>
            <a:ext cx="360" cy="23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5902200" y="4597560"/>
            <a:ext cx="360" cy="23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6586200" y="4597560"/>
            <a:ext cx="360" cy="23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7270200" y="4597560"/>
            <a:ext cx="360" cy="23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7990200" y="4597560"/>
            <a:ext cx="360" cy="23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8710200" y="4597560"/>
            <a:ext cx="360" cy="239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8511120" y="48618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7791120" y="48618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7071120" y="48618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6387120" y="48618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5703120" y="48618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5019120" y="48618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4335120" y="48618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3687120" y="48618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7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663120" y="1889280"/>
            <a:ext cx="3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663120" y="2177280"/>
            <a:ext cx="3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663120" y="2465280"/>
            <a:ext cx="3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663120" y="2753280"/>
            <a:ext cx="3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663120" y="3077280"/>
            <a:ext cx="316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Combi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nationa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Progra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mmabl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LD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1828800" y="1168200"/>
            <a:ext cx="2057040" cy="914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Fixed AND array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(decoder)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4816800" y="1168200"/>
            <a:ext cx="2057040" cy="914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Programmable OR Array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914400" y="16254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3902400" y="16254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6890400" y="16254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1828800" y="2464200"/>
            <a:ext cx="2057040" cy="914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Programmable AND Array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4816800" y="2464200"/>
            <a:ext cx="2057040" cy="914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Fixed OR Array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914400" y="29214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3902400" y="29214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6890400" y="29214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1828800" y="3724200"/>
            <a:ext cx="2057040" cy="914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Programmable AND Array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4816800" y="3724200"/>
            <a:ext cx="2057040" cy="914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Programmable OR Array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914400" y="41814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3902400" y="41814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6890400" y="418140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>
            <a:off x="2228400" y="2106000"/>
            <a:ext cx="44856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Programmable read-only memory (PROM)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2624760" y="3330000"/>
            <a:ext cx="35164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Programmable Array Logic (PAL)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2625120" y="4662000"/>
            <a:ext cx="3545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Programmable Logic Array (PLA)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1720" cy="64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y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1828800" y="1371600"/>
            <a:ext cx="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2476800" y="1371600"/>
            <a:ext cx="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3088800" y="1371600"/>
            <a:ext cx="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1600200" y="1828800"/>
            <a:ext cx="4572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1600200" y="1828800"/>
            <a:ext cx="22860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 flipH="1">
            <a:off x="1812240" y="1833480"/>
            <a:ext cx="236520" cy="2199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1776600" y="20304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99" name=""/>
          <p:cNvGrpSpPr/>
          <p:nvPr/>
        </p:nvGrpSpPr>
        <p:grpSpPr>
          <a:xfrm>
            <a:off x="2248200" y="1829160"/>
            <a:ext cx="457200" cy="293040"/>
            <a:chOff x="2248200" y="1829160"/>
            <a:chExt cx="457200" cy="293040"/>
          </a:xfrm>
        </p:grpSpPr>
        <p:sp>
          <p:nvSpPr>
            <p:cNvPr id="600" name=""/>
            <p:cNvSpPr/>
            <p:nvPr/>
          </p:nvSpPr>
          <p:spPr>
            <a:xfrm>
              <a:off x="2248200" y="1829160"/>
              <a:ext cx="457200" cy="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1" name=""/>
            <p:cNvSpPr/>
            <p:nvPr/>
          </p:nvSpPr>
          <p:spPr>
            <a:xfrm>
              <a:off x="2248200" y="1829160"/>
              <a:ext cx="228600" cy="2286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2" name=""/>
            <p:cNvSpPr/>
            <p:nvPr/>
          </p:nvSpPr>
          <p:spPr>
            <a:xfrm flipH="1">
              <a:off x="2460240" y="1833840"/>
              <a:ext cx="236520" cy="2199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3" name=""/>
            <p:cNvSpPr/>
            <p:nvPr/>
          </p:nvSpPr>
          <p:spPr>
            <a:xfrm>
              <a:off x="2424600" y="2030760"/>
              <a:ext cx="91440" cy="91440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4" name=""/>
          <p:cNvGrpSpPr/>
          <p:nvPr/>
        </p:nvGrpSpPr>
        <p:grpSpPr>
          <a:xfrm>
            <a:off x="2860200" y="1829520"/>
            <a:ext cx="457200" cy="293040"/>
            <a:chOff x="2860200" y="1829520"/>
            <a:chExt cx="457200" cy="293040"/>
          </a:xfrm>
        </p:grpSpPr>
        <p:sp>
          <p:nvSpPr>
            <p:cNvPr id="605" name=""/>
            <p:cNvSpPr/>
            <p:nvPr/>
          </p:nvSpPr>
          <p:spPr>
            <a:xfrm>
              <a:off x="2860200" y="1829520"/>
              <a:ext cx="457200" cy="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6" name=""/>
            <p:cNvSpPr/>
            <p:nvPr/>
          </p:nvSpPr>
          <p:spPr>
            <a:xfrm>
              <a:off x="2860200" y="1829520"/>
              <a:ext cx="228600" cy="2286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7" name=""/>
            <p:cNvSpPr/>
            <p:nvPr/>
          </p:nvSpPr>
          <p:spPr>
            <a:xfrm flipH="1">
              <a:off x="3072240" y="1834200"/>
              <a:ext cx="236520" cy="2199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8" name=""/>
            <p:cNvSpPr/>
            <p:nvPr/>
          </p:nvSpPr>
          <p:spPr>
            <a:xfrm>
              <a:off x="3036600" y="2031120"/>
              <a:ext cx="91440" cy="91440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09" name=""/>
          <p:cNvSpPr/>
          <p:nvPr/>
        </p:nvSpPr>
        <p:spPr>
          <a:xfrm>
            <a:off x="1828800" y="2121840"/>
            <a:ext cx="0" cy="24501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2476800" y="2121840"/>
            <a:ext cx="0" cy="24501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3088800" y="2121840"/>
            <a:ext cx="0" cy="24501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1828800" y="1600200"/>
            <a:ext cx="2286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2057400" y="1600200"/>
            <a:ext cx="0" cy="2971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2477160" y="1600560"/>
            <a:ext cx="2286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2705760" y="1600560"/>
            <a:ext cx="0" cy="2971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3089520" y="1600920"/>
            <a:ext cx="2286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3318120" y="1600920"/>
            <a:ext cx="0" cy="2971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3318120" y="2286000"/>
            <a:ext cx="56808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3088800" y="2406600"/>
            <a:ext cx="7974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2705760" y="2514600"/>
            <a:ext cx="11804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2476800" y="2635200"/>
            <a:ext cx="14094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2057400" y="2743200"/>
            <a:ext cx="18288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1828800" y="2863800"/>
            <a:ext cx="20574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3266640" y="22399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3051000" y="2361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2655360" y="2470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2439720" y="2578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2008080" y="2695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1792440" y="28177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3318120" y="3150360"/>
            <a:ext cx="56808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>
            <a:off x="3088800" y="3270960"/>
            <a:ext cx="7974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2705760" y="3378960"/>
            <a:ext cx="11804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2476800" y="3499560"/>
            <a:ext cx="14094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2057400" y="3607560"/>
            <a:ext cx="18288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1828800" y="3728160"/>
            <a:ext cx="20574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3266640" y="31042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3051000" y="3226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2655360" y="3334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2439720" y="34430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2008080" y="35600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1792440" y="36820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3318120" y="3978720"/>
            <a:ext cx="56808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3088800" y="4099320"/>
            <a:ext cx="7974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2705760" y="4207320"/>
            <a:ext cx="11804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2476800" y="4327920"/>
            <a:ext cx="14094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>
            <a:off x="2057400" y="4435920"/>
            <a:ext cx="18288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1828800" y="4556520"/>
            <a:ext cx="20574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3266640" y="39326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3051000" y="4054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2655360" y="41630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2439720" y="42714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2008080" y="43884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>
            <a:off x="1792440" y="45104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3886200" y="3085200"/>
            <a:ext cx="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3886200" y="3913560"/>
            <a:ext cx="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56" name=""/>
          <p:cNvGrpSpPr/>
          <p:nvPr/>
        </p:nvGrpSpPr>
        <p:grpSpPr>
          <a:xfrm>
            <a:off x="3886200" y="2220840"/>
            <a:ext cx="649440" cy="688680"/>
            <a:chOff x="3886200" y="2220840"/>
            <a:chExt cx="649440" cy="688680"/>
          </a:xfrm>
        </p:grpSpPr>
        <p:sp>
          <p:nvSpPr>
            <p:cNvPr id="657" name=""/>
            <p:cNvSpPr/>
            <p:nvPr/>
          </p:nvSpPr>
          <p:spPr>
            <a:xfrm>
              <a:off x="3886200" y="2220840"/>
              <a:ext cx="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8" name=""/>
            <p:cNvSpPr/>
            <p:nvPr/>
          </p:nvSpPr>
          <p:spPr>
            <a:xfrm>
              <a:off x="4332600" y="2223720"/>
              <a:ext cx="203040" cy="685800"/>
            </a:xfrm>
            <a:custGeom>
              <a:avLst/>
              <a:gdLst/>
              <a:ahLst/>
              <a:rect l="0" t="0" r="r" b="b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9" name=""/>
            <p:cNvSpPr/>
            <p:nvPr/>
          </p:nvSpPr>
          <p:spPr>
            <a:xfrm>
              <a:off x="3886200" y="222084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0" name=""/>
            <p:cNvSpPr/>
            <p:nvPr/>
          </p:nvSpPr>
          <p:spPr>
            <a:xfrm>
              <a:off x="3886200" y="290484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1" name=""/>
          <p:cNvGrpSpPr/>
          <p:nvPr/>
        </p:nvGrpSpPr>
        <p:grpSpPr>
          <a:xfrm>
            <a:off x="3886200" y="3085200"/>
            <a:ext cx="649440" cy="688680"/>
            <a:chOff x="3886200" y="3085200"/>
            <a:chExt cx="649440" cy="688680"/>
          </a:xfrm>
        </p:grpSpPr>
        <p:sp>
          <p:nvSpPr>
            <p:cNvPr id="662" name=""/>
            <p:cNvSpPr/>
            <p:nvPr/>
          </p:nvSpPr>
          <p:spPr>
            <a:xfrm>
              <a:off x="3886200" y="3085200"/>
              <a:ext cx="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3" name=""/>
            <p:cNvSpPr/>
            <p:nvPr/>
          </p:nvSpPr>
          <p:spPr>
            <a:xfrm>
              <a:off x="4332600" y="3088080"/>
              <a:ext cx="203040" cy="685800"/>
            </a:xfrm>
            <a:custGeom>
              <a:avLst/>
              <a:gdLst/>
              <a:ahLst/>
              <a:rect l="0" t="0" r="r" b="b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4" name=""/>
            <p:cNvSpPr/>
            <p:nvPr/>
          </p:nvSpPr>
          <p:spPr>
            <a:xfrm>
              <a:off x="3886200" y="3085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5" name=""/>
            <p:cNvSpPr/>
            <p:nvPr/>
          </p:nvSpPr>
          <p:spPr>
            <a:xfrm>
              <a:off x="3886200" y="376920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66" name=""/>
          <p:cNvSpPr/>
          <p:nvPr/>
        </p:nvSpPr>
        <p:spPr>
          <a:xfrm>
            <a:off x="3886200" y="3913560"/>
            <a:ext cx="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4332600" y="3916440"/>
            <a:ext cx="203040" cy="685800"/>
          </a:xfrm>
          <a:custGeom>
            <a:avLst/>
            <a:gdLst/>
            <a:ahLst/>
            <a:rect l="0" t="0" r="r" b="b"/>
            <a:pathLst>
              <a:path fill="none" w="564" h="1905">
                <a:moveTo>
                  <a:pt x="0" y="0"/>
                </a:moveTo>
                <a:cubicBezTo>
                  <a:pt x="1270" y="953"/>
                  <a:pt x="0" y="1905"/>
                  <a:pt x="0" y="1905"/>
                </a:cubicBezTo>
              </a:path>
            </a:pathLst>
          </a:custGeom>
          <a:ln w="0">
            <a:solidFill>
              <a:srgbClr val="3465a4"/>
            </a:solidFill>
          </a:ln>
        </p:spPr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3886200" y="3913560"/>
            <a:ext cx="446400" cy="2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3886200" y="4597560"/>
            <a:ext cx="446400" cy="28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2120" bIns="-42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5520600" y="3088800"/>
            <a:ext cx="203040" cy="685800"/>
          </a:xfrm>
          <a:custGeom>
            <a:avLst/>
            <a:gdLst/>
            <a:ahLst/>
            <a:rect l="0" t="0" r="r" b="b"/>
            <a:pathLst>
              <a:path fill="none" w="564" h="1905">
                <a:moveTo>
                  <a:pt x="0" y="0"/>
                </a:moveTo>
                <a:cubicBezTo>
                  <a:pt x="1270" y="953"/>
                  <a:pt x="0" y="1905"/>
                  <a:pt x="0" y="1905"/>
                </a:cubicBezTo>
              </a:path>
            </a:pathLst>
          </a:custGeom>
          <a:ln w="0">
            <a:solidFill>
              <a:srgbClr val="3465a4"/>
            </a:solidFill>
          </a:ln>
        </p:spPr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5486400" y="3088800"/>
            <a:ext cx="518400" cy="685800"/>
          </a:xfrm>
          <a:custGeom>
            <a:avLst/>
            <a:gdLst/>
            <a:ahLst/>
            <a:rect l="0" t="0" r="r" b="b"/>
            <a:pathLst>
              <a:path fill="none" w="1440" h="1905">
                <a:moveTo>
                  <a:pt x="95" y="0"/>
                </a:moveTo>
                <a:cubicBezTo>
                  <a:pt x="3175" y="945"/>
                  <a:pt x="0" y="1905"/>
                  <a:pt x="0" y="1905"/>
                </a:cubicBezTo>
              </a:path>
            </a:pathLst>
          </a:custGeom>
          <a:ln w="0">
            <a:solidFill>
              <a:srgbClr val="3465a4"/>
            </a:solidFill>
          </a:ln>
        </p:spPr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4535640" y="3429000"/>
            <a:ext cx="117936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5185800" y="3200400"/>
            <a:ext cx="4572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5185800" y="3632400"/>
            <a:ext cx="4572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5173200" y="2514600"/>
            <a:ext cx="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5173200" y="3630960"/>
            <a:ext cx="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4535640" y="2514600"/>
            <a:ext cx="63756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4536000" y="4278600"/>
            <a:ext cx="63756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6012360" y="3414600"/>
            <a:ext cx="63756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1672200" y="1071000"/>
            <a:ext cx="295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2356200" y="107100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2968200" y="107100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3465000" y="2021400"/>
            <a:ext cx="228600" cy="27432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"/>
          <p:cNvSpPr/>
          <p:nvPr/>
        </p:nvSpPr>
        <p:spPr>
          <a:xfrm>
            <a:off x="2333160" y="327960"/>
            <a:ext cx="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2981160" y="327960"/>
            <a:ext cx="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3593160" y="327960"/>
            <a:ext cx="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2104560" y="785160"/>
            <a:ext cx="4572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2104560" y="785160"/>
            <a:ext cx="22860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 flipH="1">
            <a:off x="2316600" y="789840"/>
            <a:ext cx="236520" cy="2199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2280960" y="9867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1" name=""/>
          <p:cNvGrpSpPr/>
          <p:nvPr/>
        </p:nvGrpSpPr>
        <p:grpSpPr>
          <a:xfrm>
            <a:off x="2752560" y="785520"/>
            <a:ext cx="457200" cy="293040"/>
            <a:chOff x="2752560" y="785520"/>
            <a:chExt cx="457200" cy="293040"/>
          </a:xfrm>
        </p:grpSpPr>
        <p:sp>
          <p:nvSpPr>
            <p:cNvPr id="692" name=""/>
            <p:cNvSpPr/>
            <p:nvPr/>
          </p:nvSpPr>
          <p:spPr>
            <a:xfrm>
              <a:off x="2752560" y="785520"/>
              <a:ext cx="457200" cy="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3" name=""/>
            <p:cNvSpPr/>
            <p:nvPr/>
          </p:nvSpPr>
          <p:spPr>
            <a:xfrm>
              <a:off x="2752560" y="785520"/>
              <a:ext cx="228600" cy="2286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4" name=""/>
            <p:cNvSpPr/>
            <p:nvPr/>
          </p:nvSpPr>
          <p:spPr>
            <a:xfrm flipH="1">
              <a:off x="2964600" y="790200"/>
              <a:ext cx="236520" cy="2199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5" name=""/>
            <p:cNvSpPr/>
            <p:nvPr/>
          </p:nvSpPr>
          <p:spPr>
            <a:xfrm>
              <a:off x="2928960" y="987120"/>
              <a:ext cx="91440" cy="91440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6" name=""/>
          <p:cNvGrpSpPr/>
          <p:nvPr/>
        </p:nvGrpSpPr>
        <p:grpSpPr>
          <a:xfrm>
            <a:off x="3364560" y="785880"/>
            <a:ext cx="457200" cy="293040"/>
            <a:chOff x="3364560" y="785880"/>
            <a:chExt cx="457200" cy="293040"/>
          </a:xfrm>
        </p:grpSpPr>
        <p:sp>
          <p:nvSpPr>
            <p:cNvPr id="697" name=""/>
            <p:cNvSpPr/>
            <p:nvPr/>
          </p:nvSpPr>
          <p:spPr>
            <a:xfrm>
              <a:off x="3364560" y="785880"/>
              <a:ext cx="457200" cy="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8" name=""/>
            <p:cNvSpPr/>
            <p:nvPr/>
          </p:nvSpPr>
          <p:spPr>
            <a:xfrm>
              <a:off x="3364560" y="785880"/>
              <a:ext cx="228600" cy="2286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9" name=""/>
            <p:cNvSpPr/>
            <p:nvPr/>
          </p:nvSpPr>
          <p:spPr>
            <a:xfrm flipH="1">
              <a:off x="3576600" y="790560"/>
              <a:ext cx="236520" cy="2199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0" name=""/>
            <p:cNvSpPr/>
            <p:nvPr/>
          </p:nvSpPr>
          <p:spPr>
            <a:xfrm>
              <a:off x="3540960" y="987480"/>
              <a:ext cx="91440" cy="91440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01" name=""/>
          <p:cNvSpPr/>
          <p:nvPr/>
        </p:nvSpPr>
        <p:spPr>
          <a:xfrm>
            <a:off x="3593160" y="1078200"/>
            <a:ext cx="0" cy="38404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2333160" y="556560"/>
            <a:ext cx="2286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2981520" y="556920"/>
            <a:ext cx="2286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>
            <a:off x="3593880" y="557280"/>
            <a:ext cx="2286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>
            <a:off x="3822480" y="557280"/>
            <a:ext cx="0" cy="4343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2176560" y="27360"/>
            <a:ext cx="295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2860560" y="2736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3472560" y="2736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09" name=""/>
          <p:cNvGrpSpPr/>
          <p:nvPr/>
        </p:nvGrpSpPr>
        <p:grpSpPr>
          <a:xfrm>
            <a:off x="4390200" y="932400"/>
            <a:ext cx="446400" cy="573840"/>
            <a:chOff x="4390200" y="932400"/>
            <a:chExt cx="446400" cy="573840"/>
          </a:xfrm>
        </p:grpSpPr>
        <p:sp>
          <p:nvSpPr>
            <p:cNvPr id="710" name=""/>
            <p:cNvSpPr/>
            <p:nvPr/>
          </p:nvSpPr>
          <p:spPr>
            <a:xfrm>
              <a:off x="4390200" y="932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1" name=""/>
            <p:cNvSpPr/>
            <p:nvPr/>
          </p:nvSpPr>
          <p:spPr>
            <a:xfrm>
              <a:off x="4696920" y="934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2" name=""/>
            <p:cNvSpPr/>
            <p:nvPr/>
          </p:nvSpPr>
          <p:spPr>
            <a:xfrm>
              <a:off x="4390200" y="932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3" name=""/>
            <p:cNvSpPr/>
            <p:nvPr/>
          </p:nvSpPr>
          <p:spPr>
            <a:xfrm>
              <a:off x="4390200" y="1502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4" name=""/>
          <p:cNvGrpSpPr/>
          <p:nvPr/>
        </p:nvGrpSpPr>
        <p:grpSpPr>
          <a:xfrm>
            <a:off x="4390200" y="1580400"/>
            <a:ext cx="446400" cy="573840"/>
            <a:chOff x="4390200" y="1580400"/>
            <a:chExt cx="446400" cy="573840"/>
          </a:xfrm>
        </p:grpSpPr>
        <p:sp>
          <p:nvSpPr>
            <p:cNvPr id="715" name=""/>
            <p:cNvSpPr/>
            <p:nvPr/>
          </p:nvSpPr>
          <p:spPr>
            <a:xfrm>
              <a:off x="4390200" y="1580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6" name=""/>
            <p:cNvSpPr/>
            <p:nvPr/>
          </p:nvSpPr>
          <p:spPr>
            <a:xfrm>
              <a:off x="4696920" y="1582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7" name=""/>
            <p:cNvSpPr/>
            <p:nvPr/>
          </p:nvSpPr>
          <p:spPr>
            <a:xfrm>
              <a:off x="4390200" y="1580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8" name=""/>
            <p:cNvSpPr/>
            <p:nvPr/>
          </p:nvSpPr>
          <p:spPr>
            <a:xfrm>
              <a:off x="4390200" y="2150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9" name=""/>
          <p:cNvGrpSpPr/>
          <p:nvPr/>
        </p:nvGrpSpPr>
        <p:grpSpPr>
          <a:xfrm>
            <a:off x="4390200" y="2228400"/>
            <a:ext cx="446400" cy="573840"/>
            <a:chOff x="4390200" y="2228400"/>
            <a:chExt cx="446400" cy="573840"/>
          </a:xfrm>
        </p:grpSpPr>
        <p:sp>
          <p:nvSpPr>
            <p:cNvPr id="720" name=""/>
            <p:cNvSpPr/>
            <p:nvPr/>
          </p:nvSpPr>
          <p:spPr>
            <a:xfrm>
              <a:off x="4390200" y="2228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1" name=""/>
            <p:cNvSpPr/>
            <p:nvPr/>
          </p:nvSpPr>
          <p:spPr>
            <a:xfrm>
              <a:off x="4696920" y="2230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2" name=""/>
            <p:cNvSpPr/>
            <p:nvPr/>
          </p:nvSpPr>
          <p:spPr>
            <a:xfrm>
              <a:off x="4390200" y="2228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3" name=""/>
            <p:cNvSpPr/>
            <p:nvPr/>
          </p:nvSpPr>
          <p:spPr>
            <a:xfrm>
              <a:off x="4390200" y="2798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4" name=""/>
          <p:cNvGrpSpPr/>
          <p:nvPr/>
        </p:nvGrpSpPr>
        <p:grpSpPr>
          <a:xfrm>
            <a:off x="4390200" y="2912400"/>
            <a:ext cx="446400" cy="573840"/>
            <a:chOff x="4390200" y="2912400"/>
            <a:chExt cx="446400" cy="573840"/>
          </a:xfrm>
        </p:grpSpPr>
        <p:sp>
          <p:nvSpPr>
            <p:cNvPr id="725" name=""/>
            <p:cNvSpPr/>
            <p:nvPr/>
          </p:nvSpPr>
          <p:spPr>
            <a:xfrm>
              <a:off x="4390200" y="2912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6" name=""/>
            <p:cNvSpPr/>
            <p:nvPr/>
          </p:nvSpPr>
          <p:spPr>
            <a:xfrm>
              <a:off x="4696920" y="2914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7" name=""/>
            <p:cNvSpPr/>
            <p:nvPr/>
          </p:nvSpPr>
          <p:spPr>
            <a:xfrm>
              <a:off x="4390200" y="2912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8" name=""/>
            <p:cNvSpPr/>
            <p:nvPr/>
          </p:nvSpPr>
          <p:spPr>
            <a:xfrm>
              <a:off x="4390200" y="3482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9" name=""/>
          <p:cNvGrpSpPr/>
          <p:nvPr/>
        </p:nvGrpSpPr>
        <p:grpSpPr>
          <a:xfrm>
            <a:off x="4390200" y="3560400"/>
            <a:ext cx="446400" cy="573840"/>
            <a:chOff x="4390200" y="3560400"/>
            <a:chExt cx="446400" cy="573840"/>
          </a:xfrm>
        </p:grpSpPr>
        <p:sp>
          <p:nvSpPr>
            <p:cNvPr id="730" name=""/>
            <p:cNvSpPr/>
            <p:nvPr/>
          </p:nvSpPr>
          <p:spPr>
            <a:xfrm>
              <a:off x="4390200" y="3560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1" name=""/>
            <p:cNvSpPr/>
            <p:nvPr/>
          </p:nvSpPr>
          <p:spPr>
            <a:xfrm>
              <a:off x="4696920" y="3562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2" name=""/>
            <p:cNvSpPr/>
            <p:nvPr/>
          </p:nvSpPr>
          <p:spPr>
            <a:xfrm>
              <a:off x="4390200" y="3560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3" name=""/>
            <p:cNvSpPr/>
            <p:nvPr/>
          </p:nvSpPr>
          <p:spPr>
            <a:xfrm>
              <a:off x="4390200" y="4130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4" name=""/>
          <p:cNvGrpSpPr/>
          <p:nvPr/>
        </p:nvGrpSpPr>
        <p:grpSpPr>
          <a:xfrm>
            <a:off x="4390200" y="4208400"/>
            <a:ext cx="446400" cy="573840"/>
            <a:chOff x="4390200" y="4208400"/>
            <a:chExt cx="446400" cy="573840"/>
          </a:xfrm>
        </p:grpSpPr>
        <p:sp>
          <p:nvSpPr>
            <p:cNvPr id="735" name=""/>
            <p:cNvSpPr/>
            <p:nvPr/>
          </p:nvSpPr>
          <p:spPr>
            <a:xfrm>
              <a:off x="4390200" y="4208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6" name=""/>
            <p:cNvSpPr/>
            <p:nvPr/>
          </p:nvSpPr>
          <p:spPr>
            <a:xfrm>
              <a:off x="4696920" y="4210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7" name=""/>
            <p:cNvSpPr/>
            <p:nvPr/>
          </p:nvSpPr>
          <p:spPr>
            <a:xfrm>
              <a:off x="4390200" y="4208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8" name=""/>
            <p:cNvSpPr/>
            <p:nvPr/>
          </p:nvSpPr>
          <p:spPr>
            <a:xfrm>
              <a:off x="4390200" y="4778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9" name=""/>
          <p:cNvSpPr/>
          <p:nvPr/>
        </p:nvSpPr>
        <p:spPr>
          <a:xfrm>
            <a:off x="3210480" y="557640"/>
            <a:ext cx="0" cy="4343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"/>
          <p:cNvSpPr/>
          <p:nvPr/>
        </p:nvSpPr>
        <p:spPr>
          <a:xfrm>
            <a:off x="2562480" y="558000"/>
            <a:ext cx="0" cy="4343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>
            <a:off x="2981160" y="1078200"/>
            <a:ext cx="0" cy="38404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"/>
          <p:cNvSpPr/>
          <p:nvPr/>
        </p:nvSpPr>
        <p:spPr>
          <a:xfrm>
            <a:off x="2333160" y="1078200"/>
            <a:ext cx="0" cy="38404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>
            <a:off x="2333160" y="1216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>
            <a:off x="2333160" y="1900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>
            <a:off x="2333160" y="2512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>
            <a:off x="2333160" y="3196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>
            <a:off x="2333160" y="3844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2333160" y="4492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>
            <a:off x="4853160" y="1216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4853160" y="1864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>
            <a:off x="4853160" y="2512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4853160" y="3196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>
            <a:off x="4853160" y="3844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4853160" y="4492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55" name=""/>
          <p:cNvGrpSpPr/>
          <p:nvPr/>
        </p:nvGrpSpPr>
        <p:grpSpPr>
          <a:xfrm>
            <a:off x="5022000" y="4732920"/>
            <a:ext cx="693000" cy="517320"/>
            <a:chOff x="5022000" y="4732920"/>
            <a:chExt cx="693000" cy="517320"/>
          </a:xfrm>
        </p:grpSpPr>
        <p:sp>
          <p:nvSpPr>
            <p:cNvPr id="756" name=""/>
            <p:cNvSpPr/>
            <p:nvPr/>
          </p:nvSpPr>
          <p:spPr>
            <a:xfrm>
              <a:off x="5028480" y="4749480"/>
              <a:ext cx="686520" cy="500760"/>
            </a:xfrm>
            <a:custGeom>
              <a:avLst/>
              <a:gdLst/>
              <a:ahLst/>
              <a:rect l="0" t="0" r="r" b="b"/>
              <a:pathLst>
                <a:path fill="none" w="1907" h="1391">
                  <a:moveTo>
                    <a:pt x="1907" y="4"/>
                  </a:moveTo>
                  <a:cubicBezTo>
                    <a:pt x="1110" y="3126"/>
                    <a:pt x="0" y="0"/>
                    <a:pt x="0" y="0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7" name=""/>
            <p:cNvSpPr/>
            <p:nvPr/>
          </p:nvSpPr>
          <p:spPr>
            <a:xfrm>
              <a:off x="5022000" y="4732920"/>
              <a:ext cx="685440" cy="216000"/>
            </a:xfrm>
            <a:custGeom>
              <a:avLst/>
              <a:gdLst/>
              <a:ahLst/>
              <a:rect l="0" t="0" r="r" b="b"/>
              <a:pathLst>
                <a:path fill="none" w="1904" h="600">
                  <a:moveTo>
                    <a:pt x="1904" y="0"/>
                  </a:moveTo>
                  <a:cubicBezTo>
                    <a:pt x="1000" y="1305"/>
                    <a:pt x="0" y="72"/>
                    <a:pt x="0" y="72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8" name=""/>
          <p:cNvGrpSpPr/>
          <p:nvPr/>
        </p:nvGrpSpPr>
        <p:grpSpPr>
          <a:xfrm>
            <a:off x="6102360" y="4733280"/>
            <a:ext cx="693000" cy="517320"/>
            <a:chOff x="6102360" y="4733280"/>
            <a:chExt cx="693000" cy="517320"/>
          </a:xfrm>
        </p:grpSpPr>
        <p:sp>
          <p:nvSpPr>
            <p:cNvPr id="759" name=""/>
            <p:cNvSpPr/>
            <p:nvPr/>
          </p:nvSpPr>
          <p:spPr>
            <a:xfrm>
              <a:off x="6108840" y="4749840"/>
              <a:ext cx="686520" cy="500760"/>
            </a:xfrm>
            <a:custGeom>
              <a:avLst/>
              <a:gdLst/>
              <a:ahLst/>
              <a:rect l="0" t="0" r="r" b="b"/>
              <a:pathLst>
                <a:path fill="none" w="1907" h="1391">
                  <a:moveTo>
                    <a:pt x="1907" y="4"/>
                  </a:moveTo>
                  <a:cubicBezTo>
                    <a:pt x="1110" y="3126"/>
                    <a:pt x="0" y="0"/>
                    <a:pt x="0" y="0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0" name=""/>
            <p:cNvSpPr/>
            <p:nvPr/>
          </p:nvSpPr>
          <p:spPr>
            <a:xfrm>
              <a:off x="6102360" y="4733280"/>
              <a:ext cx="685440" cy="216000"/>
            </a:xfrm>
            <a:custGeom>
              <a:avLst/>
              <a:gdLst/>
              <a:ahLst/>
              <a:rect l="0" t="0" r="r" b="b"/>
              <a:pathLst>
                <a:path fill="none" w="1904" h="600">
                  <a:moveTo>
                    <a:pt x="1904" y="0"/>
                  </a:moveTo>
                  <a:cubicBezTo>
                    <a:pt x="1000" y="1305"/>
                    <a:pt x="0" y="72"/>
                    <a:pt x="0" y="72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61" name=""/>
          <p:cNvSpPr/>
          <p:nvPr/>
        </p:nvSpPr>
        <p:spPr>
          <a:xfrm flipV="1">
            <a:off x="5365800" y="1216800"/>
            <a:ext cx="0" cy="37321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 flipV="1">
            <a:off x="6481800" y="1217160"/>
            <a:ext cx="0" cy="37321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"/>
          <p:cNvSpPr/>
          <p:nvPr/>
        </p:nvSpPr>
        <p:spPr>
          <a:xfrm>
            <a:off x="5320800" y="11628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>
            <a:off x="5321160" y="18111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>
            <a:off x="5321520" y="24595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"/>
          <p:cNvSpPr/>
          <p:nvPr/>
        </p:nvSpPr>
        <p:spPr>
          <a:xfrm>
            <a:off x="6437160" y="31431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>
            <a:off x="6437520" y="37915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"/>
          <p:cNvSpPr/>
          <p:nvPr/>
        </p:nvSpPr>
        <p:spPr>
          <a:xfrm>
            <a:off x="6437880" y="44398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"/>
          <p:cNvSpPr/>
          <p:nvPr/>
        </p:nvSpPr>
        <p:spPr>
          <a:xfrm>
            <a:off x="2297160" y="11631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>
            <a:off x="2513520" y="11635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>
            <a:off x="2945880" y="11638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>
            <a:off x="3162240" y="11642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>
            <a:off x="3558600" y="11646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>
            <a:off x="3774960" y="1164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"/>
          <p:cNvSpPr/>
          <p:nvPr/>
        </p:nvSpPr>
        <p:spPr>
          <a:xfrm>
            <a:off x="2297520" y="18475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2513880" y="18478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>
            <a:off x="2946240" y="18482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>
            <a:off x="3162600" y="18486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>
            <a:off x="3558960" y="1848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>
            <a:off x="3775320" y="1849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>
            <a:off x="2297880" y="24598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>
            <a:off x="2514240" y="24602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>
            <a:off x="2946600" y="24606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"/>
          <p:cNvSpPr/>
          <p:nvPr/>
        </p:nvSpPr>
        <p:spPr>
          <a:xfrm>
            <a:off x="3162960" y="2460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>
            <a:off x="3559320" y="2461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3775680" y="2461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2298240" y="31442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>
            <a:off x="2514600" y="31446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>
            <a:off x="2946960" y="3144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>
            <a:off x="3163320" y="3145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>
            <a:off x="3559680" y="3145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>
            <a:off x="3776040" y="31460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>
            <a:off x="2298600" y="37926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>
            <a:off x="2514960" y="3792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>
            <a:off x="2947320" y="3793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"/>
          <p:cNvSpPr/>
          <p:nvPr/>
        </p:nvSpPr>
        <p:spPr>
          <a:xfrm>
            <a:off x="3163680" y="3793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>
            <a:off x="3560040" y="37940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>
            <a:off x="3776400" y="37944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"/>
          <p:cNvSpPr/>
          <p:nvPr/>
        </p:nvSpPr>
        <p:spPr>
          <a:xfrm>
            <a:off x="2298960" y="4440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"/>
          <p:cNvSpPr/>
          <p:nvPr/>
        </p:nvSpPr>
        <p:spPr>
          <a:xfrm>
            <a:off x="2515320" y="4441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"/>
          <p:cNvSpPr/>
          <p:nvPr/>
        </p:nvSpPr>
        <p:spPr>
          <a:xfrm>
            <a:off x="2947680" y="4441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"/>
          <p:cNvSpPr/>
          <p:nvPr/>
        </p:nvSpPr>
        <p:spPr>
          <a:xfrm>
            <a:off x="3164040" y="44420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"/>
          <p:cNvSpPr/>
          <p:nvPr/>
        </p:nvSpPr>
        <p:spPr>
          <a:xfrm>
            <a:off x="3560400" y="44424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"/>
          <p:cNvSpPr/>
          <p:nvPr/>
        </p:nvSpPr>
        <p:spPr>
          <a:xfrm>
            <a:off x="3776760" y="44427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"/>
          <p:cNvSpPr/>
          <p:nvPr/>
        </p:nvSpPr>
        <p:spPr>
          <a:xfrm>
            <a:off x="2333160" y="327960"/>
            <a:ext cx="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"/>
          <p:cNvSpPr/>
          <p:nvPr/>
        </p:nvSpPr>
        <p:spPr>
          <a:xfrm>
            <a:off x="2981160" y="327960"/>
            <a:ext cx="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"/>
          <p:cNvSpPr/>
          <p:nvPr/>
        </p:nvSpPr>
        <p:spPr>
          <a:xfrm>
            <a:off x="3593160" y="327960"/>
            <a:ext cx="0" cy="4572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"/>
          <p:cNvSpPr/>
          <p:nvPr/>
        </p:nvSpPr>
        <p:spPr>
          <a:xfrm>
            <a:off x="2104560" y="785160"/>
            <a:ext cx="4572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"/>
          <p:cNvSpPr/>
          <p:nvPr/>
        </p:nvSpPr>
        <p:spPr>
          <a:xfrm>
            <a:off x="2104560" y="785160"/>
            <a:ext cx="22860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"/>
          <p:cNvSpPr/>
          <p:nvPr/>
        </p:nvSpPr>
        <p:spPr>
          <a:xfrm flipH="1">
            <a:off x="2316600" y="789840"/>
            <a:ext cx="236520" cy="2199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"/>
          <p:cNvSpPr/>
          <p:nvPr/>
        </p:nvSpPr>
        <p:spPr>
          <a:xfrm>
            <a:off x="2280960" y="9867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2" name=""/>
          <p:cNvGrpSpPr/>
          <p:nvPr/>
        </p:nvGrpSpPr>
        <p:grpSpPr>
          <a:xfrm>
            <a:off x="2752560" y="785520"/>
            <a:ext cx="457200" cy="293040"/>
            <a:chOff x="2752560" y="785520"/>
            <a:chExt cx="457200" cy="293040"/>
          </a:xfrm>
        </p:grpSpPr>
        <p:sp>
          <p:nvSpPr>
            <p:cNvPr id="813" name=""/>
            <p:cNvSpPr/>
            <p:nvPr/>
          </p:nvSpPr>
          <p:spPr>
            <a:xfrm>
              <a:off x="2752560" y="785520"/>
              <a:ext cx="457200" cy="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4" name=""/>
            <p:cNvSpPr/>
            <p:nvPr/>
          </p:nvSpPr>
          <p:spPr>
            <a:xfrm>
              <a:off x="2752560" y="785520"/>
              <a:ext cx="228600" cy="2286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5" name=""/>
            <p:cNvSpPr/>
            <p:nvPr/>
          </p:nvSpPr>
          <p:spPr>
            <a:xfrm flipH="1">
              <a:off x="2964600" y="790200"/>
              <a:ext cx="236520" cy="2199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6" name=""/>
            <p:cNvSpPr/>
            <p:nvPr/>
          </p:nvSpPr>
          <p:spPr>
            <a:xfrm>
              <a:off x="2928960" y="987120"/>
              <a:ext cx="91440" cy="91440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7" name=""/>
          <p:cNvGrpSpPr/>
          <p:nvPr/>
        </p:nvGrpSpPr>
        <p:grpSpPr>
          <a:xfrm>
            <a:off x="3364560" y="785880"/>
            <a:ext cx="457200" cy="293040"/>
            <a:chOff x="3364560" y="785880"/>
            <a:chExt cx="457200" cy="293040"/>
          </a:xfrm>
        </p:grpSpPr>
        <p:sp>
          <p:nvSpPr>
            <p:cNvPr id="818" name=""/>
            <p:cNvSpPr/>
            <p:nvPr/>
          </p:nvSpPr>
          <p:spPr>
            <a:xfrm>
              <a:off x="3364560" y="785880"/>
              <a:ext cx="457200" cy="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9" name=""/>
            <p:cNvSpPr/>
            <p:nvPr/>
          </p:nvSpPr>
          <p:spPr>
            <a:xfrm>
              <a:off x="3364560" y="785880"/>
              <a:ext cx="228600" cy="2286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0" name=""/>
            <p:cNvSpPr/>
            <p:nvPr/>
          </p:nvSpPr>
          <p:spPr>
            <a:xfrm flipH="1">
              <a:off x="3576600" y="790560"/>
              <a:ext cx="236520" cy="21996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1" name=""/>
            <p:cNvSpPr/>
            <p:nvPr/>
          </p:nvSpPr>
          <p:spPr>
            <a:xfrm>
              <a:off x="3540960" y="987480"/>
              <a:ext cx="91440" cy="91440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22" name=""/>
          <p:cNvSpPr/>
          <p:nvPr/>
        </p:nvSpPr>
        <p:spPr>
          <a:xfrm>
            <a:off x="3593160" y="1078200"/>
            <a:ext cx="0" cy="38404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"/>
          <p:cNvSpPr/>
          <p:nvPr/>
        </p:nvSpPr>
        <p:spPr>
          <a:xfrm>
            <a:off x="2333160" y="556560"/>
            <a:ext cx="2286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"/>
          <p:cNvSpPr/>
          <p:nvPr/>
        </p:nvSpPr>
        <p:spPr>
          <a:xfrm>
            <a:off x="2981520" y="556920"/>
            <a:ext cx="2286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"/>
          <p:cNvSpPr/>
          <p:nvPr/>
        </p:nvSpPr>
        <p:spPr>
          <a:xfrm>
            <a:off x="3593880" y="557280"/>
            <a:ext cx="2286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"/>
          <p:cNvSpPr/>
          <p:nvPr/>
        </p:nvSpPr>
        <p:spPr>
          <a:xfrm>
            <a:off x="3822480" y="557280"/>
            <a:ext cx="0" cy="4343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2176560" y="27360"/>
            <a:ext cx="2952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2860560" y="2736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3472560" y="2736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30" name=""/>
          <p:cNvGrpSpPr/>
          <p:nvPr/>
        </p:nvGrpSpPr>
        <p:grpSpPr>
          <a:xfrm>
            <a:off x="4390200" y="932400"/>
            <a:ext cx="446400" cy="573840"/>
            <a:chOff x="4390200" y="932400"/>
            <a:chExt cx="446400" cy="573840"/>
          </a:xfrm>
        </p:grpSpPr>
        <p:sp>
          <p:nvSpPr>
            <p:cNvPr id="831" name=""/>
            <p:cNvSpPr/>
            <p:nvPr/>
          </p:nvSpPr>
          <p:spPr>
            <a:xfrm>
              <a:off x="4390200" y="932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2" name=""/>
            <p:cNvSpPr/>
            <p:nvPr/>
          </p:nvSpPr>
          <p:spPr>
            <a:xfrm>
              <a:off x="4696920" y="934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3" name=""/>
            <p:cNvSpPr/>
            <p:nvPr/>
          </p:nvSpPr>
          <p:spPr>
            <a:xfrm>
              <a:off x="4390200" y="932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4" name=""/>
            <p:cNvSpPr/>
            <p:nvPr/>
          </p:nvSpPr>
          <p:spPr>
            <a:xfrm>
              <a:off x="4390200" y="1502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5" name=""/>
          <p:cNvGrpSpPr/>
          <p:nvPr/>
        </p:nvGrpSpPr>
        <p:grpSpPr>
          <a:xfrm>
            <a:off x="4390200" y="1580400"/>
            <a:ext cx="446400" cy="573840"/>
            <a:chOff x="4390200" y="1580400"/>
            <a:chExt cx="446400" cy="573840"/>
          </a:xfrm>
        </p:grpSpPr>
        <p:sp>
          <p:nvSpPr>
            <p:cNvPr id="836" name=""/>
            <p:cNvSpPr/>
            <p:nvPr/>
          </p:nvSpPr>
          <p:spPr>
            <a:xfrm>
              <a:off x="4390200" y="1580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7" name=""/>
            <p:cNvSpPr/>
            <p:nvPr/>
          </p:nvSpPr>
          <p:spPr>
            <a:xfrm>
              <a:off x="4696920" y="1582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8" name=""/>
            <p:cNvSpPr/>
            <p:nvPr/>
          </p:nvSpPr>
          <p:spPr>
            <a:xfrm>
              <a:off x="4390200" y="1580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9" name=""/>
            <p:cNvSpPr/>
            <p:nvPr/>
          </p:nvSpPr>
          <p:spPr>
            <a:xfrm>
              <a:off x="4390200" y="2150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40" name=""/>
          <p:cNvGrpSpPr/>
          <p:nvPr/>
        </p:nvGrpSpPr>
        <p:grpSpPr>
          <a:xfrm>
            <a:off x="4390200" y="2228400"/>
            <a:ext cx="446400" cy="573840"/>
            <a:chOff x="4390200" y="2228400"/>
            <a:chExt cx="446400" cy="573840"/>
          </a:xfrm>
        </p:grpSpPr>
        <p:sp>
          <p:nvSpPr>
            <p:cNvPr id="841" name=""/>
            <p:cNvSpPr/>
            <p:nvPr/>
          </p:nvSpPr>
          <p:spPr>
            <a:xfrm>
              <a:off x="4390200" y="2228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2" name=""/>
            <p:cNvSpPr/>
            <p:nvPr/>
          </p:nvSpPr>
          <p:spPr>
            <a:xfrm>
              <a:off x="4696920" y="2230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3" name=""/>
            <p:cNvSpPr/>
            <p:nvPr/>
          </p:nvSpPr>
          <p:spPr>
            <a:xfrm>
              <a:off x="4390200" y="2228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4" name=""/>
            <p:cNvSpPr/>
            <p:nvPr/>
          </p:nvSpPr>
          <p:spPr>
            <a:xfrm>
              <a:off x="4390200" y="2798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45" name=""/>
          <p:cNvGrpSpPr/>
          <p:nvPr/>
        </p:nvGrpSpPr>
        <p:grpSpPr>
          <a:xfrm>
            <a:off x="4390200" y="2912400"/>
            <a:ext cx="446400" cy="573840"/>
            <a:chOff x="4390200" y="2912400"/>
            <a:chExt cx="446400" cy="573840"/>
          </a:xfrm>
        </p:grpSpPr>
        <p:sp>
          <p:nvSpPr>
            <p:cNvPr id="846" name=""/>
            <p:cNvSpPr/>
            <p:nvPr/>
          </p:nvSpPr>
          <p:spPr>
            <a:xfrm>
              <a:off x="4390200" y="2912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7" name=""/>
            <p:cNvSpPr/>
            <p:nvPr/>
          </p:nvSpPr>
          <p:spPr>
            <a:xfrm>
              <a:off x="4696920" y="2914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8" name=""/>
            <p:cNvSpPr/>
            <p:nvPr/>
          </p:nvSpPr>
          <p:spPr>
            <a:xfrm>
              <a:off x="4390200" y="2912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9" name=""/>
            <p:cNvSpPr/>
            <p:nvPr/>
          </p:nvSpPr>
          <p:spPr>
            <a:xfrm>
              <a:off x="4390200" y="3482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0" name=""/>
          <p:cNvGrpSpPr/>
          <p:nvPr/>
        </p:nvGrpSpPr>
        <p:grpSpPr>
          <a:xfrm>
            <a:off x="4390200" y="3560400"/>
            <a:ext cx="446400" cy="573840"/>
            <a:chOff x="4390200" y="3560400"/>
            <a:chExt cx="446400" cy="573840"/>
          </a:xfrm>
        </p:grpSpPr>
        <p:sp>
          <p:nvSpPr>
            <p:cNvPr id="851" name=""/>
            <p:cNvSpPr/>
            <p:nvPr/>
          </p:nvSpPr>
          <p:spPr>
            <a:xfrm>
              <a:off x="4390200" y="3560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2" name=""/>
            <p:cNvSpPr/>
            <p:nvPr/>
          </p:nvSpPr>
          <p:spPr>
            <a:xfrm>
              <a:off x="4696920" y="3562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3" name=""/>
            <p:cNvSpPr/>
            <p:nvPr/>
          </p:nvSpPr>
          <p:spPr>
            <a:xfrm>
              <a:off x="4390200" y="3560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4" name=""/>
            <p:cNvSpPr/>
            <p:nvPr/>
          </p:nvSpPr>
          <p:spPr>
            <a:xfrm>
              <a:off x="4390200" y="4130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5" name=""/>
          <p:cNvGrpSpPr/>
          <p:nvPr/>
        </p:nvGrpSpPr>
        <p:grpSpPr>
          <a:xfrm>
            <a:off x="4390200" y="4208400"/>
            <a:ext cx="446400" cy="573840"/>
            <a:chOff x="4390200" y="4208400"/>
            <a:chExt cx="446400" cy="573840"/>
          </a:xfrm>
        </p:grpSpPr>
        <p:sp>
          <p:nvSpPr>
            <p:cNvPr id="856" name=""/>
            <p:cNvSpPr/>
            <p:nvPr/>
          </p:nvSpPr>
          <p:spPr>
            <a:xfrm>
              <a:off x="4390200" y="4208400"/>
              <a:ext cx="0" cy="5713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7" name=""/>
            <p:cNvSpPr/>
            <p:nvPr/>
          </p:nvSpPr>
          <p:spPr>
            <a:xfrm>
              <a:off x="4696920" y="4210920"/>
              <a:ext cx="139680" cy="571320"/>
            </a:xfrm>
            <a:custGeom>
              <a:avLst/>
              <a:gdLst/>
              <a:ahLst/>
              <a:rect l="0" t="0" r="r" b="b"/>
              <a:pathLst>
                <a:path fill="none" w="388" h="1587">
                  <a:moveTo>
                    <a:pt x="0" y="0"/>
                  </a:moveTo>
                  <a:cubicBezTo>
                    <a:pt x="873" y="793"/>
                    <a:pt x="0" y="1587"/>
                    <a:pt x="0" y="1587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8" name=""/>
            <p:cNvSpPr/>
            <p:nvPr/>
          </p:nvSpPr>
          <p:spPr>
            <a:xfrm>
              <a:off x="4390200" y="420840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9" name=""/>
            <p:cNvSpPr/>
            <p:nvPr/>
          </p:nvSpPr>
          <p:spPr>
            <a:xfrm>
              <a:off x="4390200" y="4778280"/>
              <a:ext cx="306720" cy="252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480" bIns="-424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60" name=""/>
          <p:cNvSpPr/>
          <p:nvPr/>
        </p:nvSpPr>
        <p:spPr>
          <a:xfrm>
            <a:off x="3210480" y="557640"/>
            <a:ext cx="0" cy="4343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"/>
          <p:cNvSpPr/>
          <p:nvPr/>
        </p:nvSpPr>
        <p:spPr>
          <a:xfrm>
            <a:off x="2562480" y="558000"/>
            <a:ext cx="0" cy="4343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"/>
          <p:cNvSpPr/>
          <p:nvPr/>
        </p:nvSpPr>
        <p:spPr>
          <a:xfrm>
            <a:off x="2981160" y="1078200"/>
            <a:ext cx="0" cy="38404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"/>
          <p:cNvSpPr/>
          <p:nvPr/>
        </p:nvSpPr>
        <p:spPr>
          <a:xfrm>
            <a:off x="2333160" y="1078200"/>
            <a:ext cx="0" cy="384048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"/>
          <p:cNvSpPr/>
          <p:nvPr/>
        </p:nvSpPr>
        <p:spPr>
          <a:xfrm>
            <a:off x="2333160" y="1216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"/>
          <p:cNvSpPr/>
          <p:nvPr/>
        </p:nvSpPr>
        <p:spPr>
          <a:xfrm>
            <a:off x="2333160" y="1900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"/>
          <p:cNvSpPr/>
          <p:nvPr/>
        </p:nvSpPr>
        <p:spPr>
          <a:xfrm>
            <a:off x="2333160" y="2512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"/>
          <p:cNvSpPr/>
          <p:nvPr/>
        </p:nvSpPr>
        <p:spPr>
          <a:xfrm>
            <a:off x="2333160" y="3196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"/>
          <p:cNvSpPr/>
          <p:nvPr/>
        </p:nvSpPr>
        <p:spPr>
          <a:xfrm>
            <a:off x="2333160" y="3844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"/>
          <p:cNvSpPr/>
          <p:nvPr/>
        </p:nvSpPr>
        <p:spPr>
          <a:xfrm>
            <a:off x="2333160" y="4492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"/>
          <p:cNvSpPr/>
          <p:nvPr/>
        </p:nvSpPr>
        <p:spPr>
          <a:xfrm>
            <a:off x="4853160" y="1216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"/>
          <p:cNvSpPr/>
          <p:nvPr/>
        </p:nvSpPr>
        <p:spPr>
          <a:xfrm>
            <a:off x="4853160" y="1864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"/>
          <p:cNvSpPr/>
          <p:nvPr/>
        </p:nvSpPr>
        <p:spPr>
          <a:xfrm>
            <a:off x="4853160" y="2512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"/>
          <p:cNvSpPr/>
          <p:nvPr/>
        </p:nvSpPr>
        <p:spPr>
          <a:xfrm>
            <a:off x="4853160" y="3196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"/>
          <p:cNvSpPr/>
          <p:nvPr/>
        </p:nvSpPr>
        <p:spPr>
          <a:xfrm>
            <a:off x="4853160" y="3844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"/>
          <p:cNvSpPr/>
          <p:nvPr/>
        </p:nvSpPr>
        <p:spPr>
          <a:xfrm>
            <a:off x="4853160" y="4492800"/>
            <a:ext cx="20570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6" name=""/>
          <p:cNvGrpSpPr/>
          <p:nvPr/>
        </p:nvGrpSpPr>
        <p:grpSpPr>
          <a:xfrm>
            <a:off x="5022000" y="4732920"/>
            <a:ext cx="693000" cy="517320"/>
            <a:chOff x="5022000" y="4732920"/>
            <a:chExt cx="693000" cy="517320"/>
          </a:xfrm>
        </p:grpSpPr>
        <p:sp>
          <p:nvSpPr>
            <p:cNvPr id="877" name=""/>
            <p:cNvSpPr/>
            <p:nvPr/>
          </p:nvSpPr>
          <p:spPr>
            <a:xfrm>
              <a:off x="5028480" y="4749480"/>
              <a:ext cx="686520" cy="500760"/>
            </a:xfrm>
            <a:custGeom>
              <a:avLst/>
              <a:gdLst/>
              <a:ahLst/>
              <a:rect l="0" t="0" r="r" b="b"/>
              <a:pathLst>
                <a:path fill="none" w="1907" h="1391">
                  <a:moveTo>
                    <a:pt x="1907" y="4"/>
                  </a:moveTo>
                  <a:cubicBezTo>
                    <a:pt x="1110" y="3126"/>
                    <a:pt x="0" y="0"/>
                    <a:pt x="0" y="0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8" name=""/>
            <p:cNvSpPr/>
            <p:nvPr/>
          </p:nvSpPr>
          <p:spPr>
            <a:xfrm>
              <a:off x="5022000" y="4732920"/>
              <a:ext cx="685440" cy="216000"/>
            </a:xfrm>
            <a:custGeom>
              <a:avLst/>
              <a:gdLst/>
              <a:ahLst/>
              <a:rect l="0" t="0" r="r" b="b"/>
              <a:pathLst>
                <a:path fill="none" w="1904" h="600">
                  <a:moveTo>
                    <a:pt x="1904" y="0"/>
                  </a:moveTo>
                  <a:cubicBezTo>
                    <a:pt x="1000" y="1305"/>
                    <a:pt x="0" y="72"/>
                    <a:pt x="0" y="72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9" name=""/>
          <p:cNvGrpSpPr/>
          <p:nvPr/>
        </p:nvGrpSpPr>
        <p:grpSpPr>
          <a:xfrm>
            <a:off x="6102360" y="4733280"/>
            <a:ext cx="693000" cy="517320"/>
            <a:chOff x="6102360" y="4733280"/>
            <a:chExt cx="693000" cy="517320"/>
          </a:xfrm>
        </p:grpSpPr>
        <p:sp>
          <p:nvSpPr>
            <p:cNvPr id="880" name=""/>
            <p:cNvSpPr/>
            <p:nvPr/>
          </p:nvSpPr>
          <p:spPr>
            <a:xfrm>
              <a:off x="6108840" y="4749840"/>
              <a:ext cx="686520" cy="500760"/>
            </a:xfrm>
            <a:custGeom>
              <a:avLst/>
              <a:gdLst/>
              <a:ahLst/>
              <a:rect l="0" t="0" r="r" b="b"/>
              <a:pathLst>
                <a:path fill="none" w="1907" h="1391">
                  <a:moveTo>
                    <a:pt x="1907" y="4"/>
                  </a:moveTo>
                  <a:cubicBezTo>
                    <a:pt x="1110" y="3126"/>
                    <a:pt x="0" y="0"/>
                    <a:pt x="0" y="0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1" name=""/>
            <p:cNvSpPr/>
            <p:nvPr/>
          </p:nvSpPr>
          <p:spPr>
            <a:xfrm>
              <a:off x="6102360" y="4733280"/>
              <a:ext cx="685440" cy="216000"/>
            </a:xfrm>
            <a:custGeom>
              <a:avLst/>
              <a:gdLst/>
              <a:ahLst/>
              <a:rect l="0" t="0" r="r" b="b"/>
              <a:pathLst>
                <a:path fill="none" w="1904" h="600">
                  <a:moveTo>
                    <a:pt x="1904" y="0"/>
                  </a:moveTo>
                  <a:cubicBezTo>
                    <a:pt x="1000" y="1305"/>
                    <a:pt x="0" y="72"/>
                    <a:pt x="0" y="72"/>
                  </a:cubicBezTo>
                </a:path>
              </a:pathLst>
            </a:custGeom>
            <a:ln w="0">
              <a:solidFill>
                <a:srgbClr val="3465a4"/>
              </a:solidFill>
            </a:ln>
          </p:spPr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82" name=""/>
          <p:cNvSpPr/>
          <p:nvPr/>
        </p:nvSpPr>
        <p:spPr>
          <a:xfrm flipV="1">
            <a:off x="5365800" y="1216800"/>
            <a:ext cx="0" cy="37321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"/>
          <p:cNvSpPr/>
          <p:nvPr/>
        </p:nvSpPr>
        <p:spPr>
          <a:xfrm flipV="1">
            <a:off x="6481800" y="1217160"/>
            <a:ext cx="0" cy="37321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"/>
          <p:cNvSpPr/>
          <p:nvPr/>
        </p:nvSpPr>
        <p:spPr>
          <a:xfrm>
            <a:off x="5320800" y="11628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"/>
          <p:cNvSpPr/>
          <p:nvPr/>
        </p:nvSpPr>
        <p:spPr>
          <a:xfrm>
            <a:off x="5321160" y="18111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"/>
          <p:cNvSpPr/>
          <p:nvPr/>
        </p:nvSpPr>
        <p:spPr>
          <a:xfrm>
            <a:off x="5321520" y="24595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"/>
          <p:cNvSpPr/>
          <p:nvPr/>
        </p:nvSpPr>
        <p:spPr>
          <a:xfrm>
            <a:off x="6437160" y="31431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"/>
          <p:cNvSpPr/>
          <p:nvPr/>
        </p:nvSpPr>
        <p:spPr>
          <a:xfrm>
            <a:off x="6437520" y="37915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"/>
          <p:cNvSpPr/>
          <p:nvPr/>
        </p:nvSpPr>
        <p:spPr>
          <a:xfrm>
            <a:off x="6437880" y="44398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"/>
          <p:cNvSpPr/>
          <p:nvPr/>
        </p:nvSpPr>
        <p:spPr>
          <a:xfrm>
            <a:off x="2297160" y="11631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"/>
          <p:cNvSpPr/>
          <p:nvPr/>
        </p:nvSpPr>
        <p:spPr>
          <a:xfrm>
            <a:off x="2513520" y="11635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"/>
          <p:cNvSpPr/>
          <p:nvPr/>
        </p:nvSpPr>
        <p:spPr>
          <a:xfrm>
            <a:off x="2945880" y="11638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"/>
          <p:cNvSpPr/>
          <p:nvPr/>
        </p:nvSpPr>
        <p:spPr>
          <a:xfrm>
            <a:off x="3162240" y="11642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"/>
          <p:cNvSpPr/>
          <p:nvPr/>
        </p:nvSpPr>
        <p:spPr>
          <a:xfrm>
            <a:off x="3558600" y="11646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"/>
          <p:cNvSpPr/>
          <p:nvPr/>
        </p:nvSpPr>
        <p:spPr>
          <a:xfrm>
            <a:off x="3774960" y="1164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"/>
          <p:cNvSpPr/>
          <p:nvPr/>
        </p:nvSpPr>
        <p:spPr>
          <a:xfrm>
            <a:off x="2297520" y="18475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"/>
          <p:cNvSpPr/>
          <p:nvPr/>
        </p:nvSpPr>
        <p:spPr>
          <a:xfrm>
            <a:off x="2513880" y="18478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"/>
          <p:cNvSpPr/>
          <p:nvPr/>
        </p:nvSpPr>
        <p:spPr>
          <a:xfrm>
            <a:off x="2946240" y="18482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"/>
          <p:cNvSpPr/>
          <p:nvPr/>
        </p:nvSpPr>
        <p:spPr>
          <a:xfrm>
            <a:off x="3162600" y="18486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"/>
          <p:cNvSpPr/>
          <p:nvPr/>
        </p:nvSpPr>
        <p:spPr>
          <a:xfrm>
            <a:off x="3558960" y="1848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"/>
          <p:cNvSpPr/>
          <p:nvPr/>
        </p:nvSpPr>
        <p:spPr>
          <a:xfrm>
            <a:off x="3775320" y="1849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"/>
          <p:cNvSpPr/>
          <p:nvPr/>
        </p:nvSpPr>
        <p:spPr>
          <a:xfrm>
            <a:off x="2297880" y="24598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"/>
          <p:cNvSpPr/>
          <p:nvPr/>
        </p:nvSpPr>
        <p:spPr>
          <a:xfrm>
            <a:off x="2514240" y="24602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"/>
          <p:cNvSpPr/>
          <p:nvPr/>
        </p:nvSpPr>
        <p:spPr>
          <a:xfrm>
            <a:off x="2946600" y="24606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"/>
          <p:cNvSpPr/>
          <p:nvPr/>
        </p:nvSpPr>
        <p:spPr>
          <a:xfrm>
            <a:off x="3162960" y="2460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"/>
          <p:cNvSpPr/>
          <p:nvPr/>
        </p:nvSpPr>
        <p:spPr>
          <a:xfrm>
            <a:off x="3559320" y="2461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"/>
          <p:cNvSpPr/>
          <p:nvPr/>
        </p:nvSpPr>
        <p:spPr>
          <a:xfrm>
            <a:off x="3775680" y="2461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"/>
          <p:cNvSpPr/>
          <p:nvPr/>
        </p:nvSpPr>
        <p:spPr>
          <a:xfrm>
            <a:off x="2298240" y="31442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"/>
          <p:cNvSpPr/>
          <p:nvPr/>
        </p:nvSpPr>
        <p:spPr>
          <a:xfrm>
            <a:off x="2514600" y="31446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"/>
          <p:cNvSpPr/>
          <p:nvPr/>
        </p:nvSpPr>
        <p:spPr>
          <a:xfrm>
            <a:off x="2946960" y="3144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"/>
          <p:cNvSpPr/>
          <p:nvPr/>
        </p:nvSpPr>
        <p:spPr>
          <a:xfrm>
            <a:off x="3163320" y="3145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"/>
          <p:cNvSpPr/>
          <p:nvPr/>
        </p:nvSpPr>
        <p:spPr>
          <a:xfrm>
            <a:off x="3559680" y="3145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"/>
          <p:cNvSpPr/>
          <p:nvPr/>
        </p:nvSpPr>
        <p:spPr>
          <a:xfrm>
            <a:off x="3776040" y="31460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"/>
          <p:cNvSpPr/>
          <p:nvPr/>
        </p:nvSpPr>
        <p:spPr>
          <a:xfrm>
            <a:off x="2298600" y="37926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"/>
          <p:cNvSpPr/>
          <p:nvPr/>
        </p:nvSpPr>
        <p:spPr>
          <a:xfrm>
            <a:off x="2514960" y="3792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"/>
          <p:cNvSpPr/>
          <p:nvPr/>
        </p:nvSpPr>
        <p:spPr>
          <a:xfrm>
            <a:off x="2947320" y="3793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"/>
          <p:cNvSpPr/>
          <p:nvPr/>
        </p:nvSpPr>
        <p:spPr>
          <a:xfrm>
            <a:off x="3163680" y="3793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"/>
          <p:cNvSpPr/>
          <p:nvPr/>
        </p:nvSpPr>
        <p:spPr>
          <a:xfrm>
            <a:off x="3560040" y="37940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"/>
          <p:cNvSpPr/>
          <p:nvPr/>
        </p:nvSpPr>
        <p:spPr>
          <a:xfrm>
            <a:off x="3776400" y="37944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"/>
          <p:cNvSpPr/>
          <p:nvPr/>
        </p:nvSpPr>
        <p:spPr>
          <a:xfrm>
            <a:off x="2298960" y="44409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"/>
          <p:cNvSpPr/>
          <p:nvPr/>
        </p:nvSpPr>
        <p:spPr>
          <a:xfrm>
            <a:off x="2515320" y="44413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"/>
          <p:cNvSpPr/>
          <p:nvPr/>
        </p:nvSpPr>
        <p:spPr>
          <a:xfrm>
            <a:off x="2947680" y="44416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"/>
          <p:cNvSpPr/>
          <p:nvPr/>
        </p:nvSpPr>
        <p:spPr>
          <a:xfrm>
            <a:off x="3164040" y="44420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"/>
          <p:cNvSpPr/>
          <p:nvPr/>
        </p:nvSpPr>
        <p:spPr>
          <a:xfrm>
            <a:off x="3560400" y="444240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"/>
          <p:cNvSpPr/>
          <p:nvPr/>
        </p:nvSpPr>
        <p:spPr>
          <a:xfrm>
            <a:off x="3776760" y="44427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"/>
          <p:cNvSpPr/>
          <p:nvPr/>
        </p:nvSpPr>
        <p:spPr>
          <a:xfrm>
            <a:off x="5321160" y="314316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"/>
          <p:cNvSpPr/>
          <p:nvPr/>
        </p:nvSpPr>
        <p:spPr>
          <a:xfrm>
            <a:off x="5321520" y="37915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"/>
          <p:cNvSpPr/>
          <p:nvPr/>
        </p:nvSpPr>
        <p:spPr>
          <a:xfrm>
            <a:off x="5321880" y="44398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"/>
          <p:cNvSpPr/>
          <p:nvPr/>
        </p:nvSpPr>
        <p:spPr>
          <a:xfrm>
            <a:off x="6437520" y="116352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"/>
          <p:cNvSpPr/>
          <p:nvPr/>
        </p:nvSpPr>
        <p:spPr>
          <a:xfrm>
            <a:off x="6437880" y="181188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"/>
          <p:cNvSpPr/>
          <p:nvPr/>
        </p:nvSpPr>
        <p:spPr>
          <a:xfrm>
            <a:off x="6438240" y="2460240"/>
            <a:ext cx="91440" cy="914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2025-10-28T17:09:11Z</dcterms:modified>
  <cp:revision>26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